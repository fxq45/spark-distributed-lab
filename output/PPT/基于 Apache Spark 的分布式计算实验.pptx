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1A3D6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1A3D6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1A3D6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526" y="4923933"/>
            <a:ext cx="5968404" cy="3690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673" y="6612363"/>
            <a:ext cx="6180440" cy="12015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1A3D6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5535" y="813190"/>
            <a:ext cx="18333028" cy="929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1A3D6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8573" y="3675280"/>
            <a:ext cx="18381980" cy="5847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26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jpg"/><Relationship Id="rId9" Type="http://schemas.openxmlformats.org/officeDocument/2006/relationships/image" Target="../media/image47.jpg"/><Relationship Id="rId10" Type="http://schemas.openxmlformats.org/officeDocument/2006/relationships/image" Target="../media/image48.jpg"/><Relationship Id="rId11" Type="http://schemas.openxmlformats.org/officeDocument/2006/relationships/image" Target="../media/image49.jpg"/><Relationship Id="rId12" Type="http://schemas.openxmlformats.org/officeDocument/2006/relationships/image" Target="../media/image5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58.pn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hyperlink" Target="http://www.istockphoto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9518" y="7790338"/>
            <a:ext cx="3337594" cy="36909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9518" y="4319240"/>
            <a:ext cx="3337594" cy="36909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9113" y="6643776"/>
            <a:ext cx="4170030" cy="36909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09113" y="7790338"/>
            <a:ext cx="2575837" cy="36124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84938" y="1049440"/>
            <a:ext cx="64769" cy="9093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800" spc="-1030">
                <a:solidFill>
                  <a:srgbClr val="21385E"/>
                </a:solidFill>
                <a:latin typeface="Arial MT"/>
                <a:cs typeface="Arial MT"/>
              </a:rPr>
              <a:t>i</a:t>
            </a:r>
            <a:endParaRPr sz="5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95"/>
              </a:spcBef>
            </a:pPr>
            <a:r>
              <a:rPr dirty="0" baseline="-16762" sz="8700" spc="-337">
                <a:solidFill>
                  <a:srgbClr val="0F3354"/>
                </a:solidFill>
              </a:rPr>
              <a:t>Iñ:</a:t>
            </a:r>
            <a:r>
              <a:rPr dirty="0" sz="5800" spc="-225">
                <a:solidFill>
                  <a:srgbClr val="0F3354"/>
                </a:solidFill>
              </a:rPr>
              <a:t>g:</a:t>
            </a:r>
            <a:r>
              <a:rPr dirty="0" sz="5800" spc="-680">
                <a:solidFill>
                  <a:srgbClr val="0F3354"/>
                </a:solidFill>
              </a:rPr>
              <a:t> </a:t>
            </a:r>
            <a:r>
              <a:rPr dirty="0" sz="5800">
                <a:solidFill>
                  <a:srgbClr val="1C3F64"/>
                </a:solidFill>
              </a:rPr>
              <a:t>/</a:t>
            </a:r>
            <a:r>
              <a:rPr dirty="0" sz="5800" spc="5">
                <a:solidFill>
                  <a:srgbClr val="1C3F64"/>
                </a:solidFill>
              </a:rPr>
              <a:t> </a:t>
            </a:r>
            <a:r>
              <a:rPr dirty="0" sz="5800" spc="-484">
                <a:solidFill>
                  <a:srgbClr val="1C3A5B"/>
                </a:solidFill>
              </a:rPr>
              <a:t>Agenda</a:t>
            </a:r>
            <a:endParaRPr sz="5800"/>
          </a:p>
        </p:txBody>
      </p:sp>
      <p:sp>
        <p:nvSpPr>
          <p:cNvPr id="8" name="object 8" descr=""/>
          <p:cNvSpPr txBox="1"/>
          <p:nvPr/>
        </p:nvSpPr>
        <p:spPr>
          <a:xfrm>
            <a:off x="3740523" y="6568251"/>
            <a:ext cx="474345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8505" algn="l"/>
                <a:tab pos="4326890" algn="l"/>
              </a:tabLst>
            </a:pPr>
            <a:r>
              <a:rPr dirty="0" sz="3100" spc="-50">
                <a:solidFill>
                  <a:srgbClr val="1C3459"/>
                </a:solidFill>
                <a:latin typeface="Arial MT"/>
                <a:cs typeface="Arial MT"/>
              </a:rPr>
              <a:t>5</a:t>
            </a:r>
            <a:r>
              <a:rPr dirty="0" sz="3100">
                <a:solidFill>
                  <a:srgbClr val="1C3459"/>
                </a:solidFill>
                <a:latin typeface="Arial MT"/>
                <a:cs typeface="Arial MT"/>
              </a:rPr>
              <a:t>	</a:t>
            </a:r>
            <a:r>
              <a:rPr dirty="0" sz="3100" spc="145">
                <a:solidFill>
                  <a:srgbClr val="464646"/>
                </a:solidFill>
                <a:latin typeface="Arial MT"/>
                <a:cs typeface="Arial MT"/>
              </a:rPr>
              <a:t>4ïî</a:t>
            </a:r>
            <a:r>
              <a:rPr dirty="0" baseline="3584" sz="4650" spc="217">
                <a:solidFill>
                  <a:srgbClr val="464646"/>
                </a:solidFill>
                <a:latin typeface="Arial MT"/>
                <a:cs typeface="Arial MT"/>
              </a:rPr>
              <a:t>g—</a:t>
            </a:r>
            <a:r>
              <a:rPr dirty="0" baseline="3584" sz="4650" spc="-44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3100" spc="75">
                <a:solidFill>
                  <a:srgbClr val="485669"/>
                </a:solidFill>
                <a:latin typeface="Arial MT"/>
                <a:cs typeface="Arial MT"/>
              </a:rPr>
              <a:t>:</a:t>
            </a:r>
            <a:r>
              <a:rPr dirty="0" sz="3100" spc="85">
                <a:solidFill>
                  <a:srgbClr val="485669"/>
                </a:solidFill>
                <a:latin typeface="Arial MT"/>
                <a:cs typeface="Arial MT"/>
              </a:rPr>
              <a:t> </a:t>
            </a:r>
            <a:r>
              <a:rPr dirty="0" sz="3100" spc="-265">
                <a:solidFill>
                  <a:srgbClr val="444444"/>
                </a:solidFill>
                <a:latin typeface="Arial MT"/>
                <a:cs typeface="Arial MT"/>
              </a:rPr>
              <a:t>PageRank</a:t>
            </a:r>
            <a:r>
              <a:rPr dirty="0" sz="3100">
                <a:solidFill>
                  <a:srgbClr val="444444"/>
                </a:solidFill>
                <a:latin typeface="Arial MT"/>
                <a:cs typeface="Arial MT"/>
              </a:rPr>
              <a:t>	</a:t>
            </a:r>
            <a:r>
              <a:rPr dirty="0" sz="3100" spc="-190">
                <a:solidFill>
                  <a:srgbClr val="484848"/>
                </a:solidFill>
                <a:latin typeface="Arial MT"/>
                <a:cs typeface="Arial MT"/>
              </a:rPr>
              <a:t>I1*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184782" y="4235861"/>
            <a:ext cx="309880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6760" algn="l"/>
              </a:tabLst>
            </a:pPr>
            <a:r>
              <a:rPr dirty="0" sz="3100" spc="-345">
                <a:solidFill>
                  <a:srgbClr val="234467"/>
                </a:solidFill>
                <a:latin typeface="Arial MT"/>
                <a:cs typeface="Arial MT"/>
              </a:rPr>
              <a:t>2</a:t>
            </a:r>
            <a:r>
              <a:rPr dirty="0" sz="3100">
                <a:solidFill>
                  <a:srgbClr val="234467"/>
                </a:solidFill>
                <a:latin typeface="Arial MT"/>
                <a:cs typeface="Arial MT"/>
              </a:rPr>
              <a:t>	</a:t>
            </a:r>
            <a:r>
              <a:rPr dirty="0" sz="3100" spc="-110">
                <a:solidFill>
                  <a:srgbClr val="484848"/>
                </a:solidFill>
                <a:latin typeface="Arial MT"/>
                <a:cs typeface="Arial MT"/>
              </a:rPr>
              <a:t>Apache</a:t>
            </a:r>
            <a:r>
              <a:rPr dirty="0" sz="3100" spc="-8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3100" spc="-60">
                <a:solidFill>
                  <a:srgbClr val="494949"/>
                </a:solidFill>
                <a:latin typeface="Arial MT"/>
                <a:cs typeface="Arial MT"/>
              </a:rPr>
              <a:t>Spark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232" y="6604510"/>
            <a:ext cx="6706602" cy="42407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83517" y="3233929"/>
            <a:ext cx="64769" cy="8699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5500" spc="-969">
                <a:solidFill>
                  <a:srgbClr val="1F3A5D"/>
                </a:solidFill>
                <a:latin typeface="Arial MT"/>
                <a:cs typeface="Arial MT"/>
              </a:rPr>
              <a:t>i</a:t>
            </a:r>
            <a:endParaRPr sz="55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86196" y="3021893"/>
            <a:ext cx="5317490" cy="8699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5500" spc="-320">
                <a:solidFill>
                  <a:srgbClr val="1C3B5E"/>
                </a:solidFill>
              </a:rPr>
              <a:t>Apache</a:t>
            </a:r>
            <a:r>
              <a:rPr dirty="0" sz="5500" spc="-65">
                <a:solidFill>
                  <a:srgbClr val="1C3B5E"/>
                </a:solidFill>
              </a:rPr>
              <a:t> </a:t>
            </a:r>
            <a:r>
              <a:rPr dirty="0" sz="5500" spc="-260">
                <a:solidFill>
                  <a:srgbClr val="1A3D62"/>
                </a:solidFill>
              </a:rPr>
              <a:t>Spark </a:t>
            </a:r>
            <a:r>
              <a:rPr dirty="0" sz="5500" spc="-360">
                <a:solidFill>
                  <a:srgbClr val="244159"/>
                </a:solidFill>
              </a:rPr>
              <a:t>@;/]</a:t>
            </a:r>
            <a:endParaRPr sz="5500"/>
          </a:p>
        </p:txBody>
      </p:sp>
      <p:sp>
        <p:nvSpPr>
          <p:cNvPr id="5" name="object 5" descr=""/>
          <p:cNvSpPr txBox="1"/>
          <p:nvPr/>
        </p:nvSpPr>
        <p:spPr>
          <a:xfrm>
            <a:off x="896303" y="4832702"/>
            <a:ext cx="696214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3900" algn="l"/>
                <a:tab pos="2705735" algn="l"/>
              </a:tabLst>
            </a:pPr>
            <a:r>
              <a:rPr dirty="0" sz="3100" spc="-1135">
                <a:solidFill>
                  <a:srgbClr val="1C3F62"/>
                </a:solidFill>
                <a:latin typeface="Arial MT"/>
                <a:cs typeface="Arial MT"/>
              </a:rPr>
              <a:t>Ş</a:t>
            </a:r>
            <a:r>
              <a:rPr dirty="0" sz="3100">
                <a:solidFill>
                  <a:srgbClr val="1C3F62"/>
                </a:solidFill>
                <a:latin typeface="Arial MT"/>
                <a:cs typeface="Arial MT"/>
              </a:rPr>
              <a:t>	</a:t>
            </a:r>
            <a:r>
              <a:rPr dirty="0" sz="3100" spc="-300">
                <a:solidFill>
                  <a:srgbClr val="545454"/>
                </a:solidFill>
                <a:latin typeface="Arial MT"/>
                <a:cs typeface="Arial MT"/>
              </a:rPr>
              <a:t>g@Ë@@</a:t>
            </a:r>
            <a:r>
              <a:rPr dirty="0" sz="3100" spc="27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46566B"/>
                </a:solidFill>
                <a:latin typeface="Arial MT"/>
                <a:cs typeface="Arial MT"/>
              </a:rPr>
              <a:t>:</a:t>
            </a:r>
            <a:r>
              <a:rPr dirty="0" sz="3100">
                <a:solidFill>
                  <a:srgbClr val="46566B"/>
                </a:solidFill>
                <a:latin typeface="Arial MT"/>
                <a:cs typeface="Arial MT"/>
              </a:rPr>
              <a:t>	</a:t>
            </a:r>
            <a:r>
              <a:rPr dirty="0" sz="3100" spc="-930">
                <a:solidFill>
                  <a:srgbClr val="545454"/>
                </a:solidFill>
                <a:latin typeface="Arial MT"/>
                <a:cs typeface="Arial MT"/>
              </a:rPr>
              <a:t>Ęk</a:t>
            </a:r>
            <a:r>
              <a:rPr dirty="0" sz="3100" spc="9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3100" spc="-180">
                <a:solidFill>
                  <a:srgbClr val="484848"/>
                </a:solidFill>
                <a:latin typeface="Arial MT"/>
                <a:cs typeface="Arial MT"/>
              </a:rPr>
              <a:t>MapReduce</a:t>
            </a:r>
            <a:r>
              <a:rPr dirty="0" sz="3100" spc="-38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3100" spc="-1135">
                <a:solidFill>
                  <a:srgbClr val="3B5674"/>
                </a:solidFill>
                <a:latin typeface="Arial MT"/>
                <a:cs typeface="Arial MT"/>
              </a:rPr>
              <a:t>țQ</a:t>
            </a:r>
            <a:r>
              <a:rPr dirty="0" sz="3100" spc="-204">
                <a:solidFill>
                  <a:srgbClr val="3B5674"/>
                </a:solidFill>
                <a:latin typeface="Arial MT"/>
                <a:cs typeface="Arial MT"/>
              </a:rPr>
              <a:t> </a:t>
            </a:r>
            <a:r>
              <a:rPr dirty="0" sz="3100" spc="-250">
                <a:solidFill>
                  <a:srgbClr val="424242"/>
                </a:solidFill>
                <a:latin typeface="Arial MT"/>
                <a:cs typeface="Arial MT"/>
              </a:rPr>
              <a:t>10-</a:t>
            </a:r>
            <a:r>
              <a:rPr dirty="0" sz="3100" spc="-280">
                <a:solidFill>
                  <a:srgbClr val="424242"/>
                </a:solidFill>
                <a:latin typeface="Arial MT"/>
                <a:cs typeface="Arial MT"/>
              </a:rPr>
              <a:t>100</a:t>
            </a:r>
            <a:r>
              <a:rPr dirty="0" sz="3100" spc="9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424242"/>
                </a:solidFill>
                <a:latin typeface="Arial MT"/>
                <a:cs typeface="Arial MT"/>
              </a:rPr>
              <a:t>Î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5599" y="7337207"/>
            <a:ext cx="6731000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23265" algn="l"/>
                <a:tab pos="1988185" algn="l"/>
                <a:tab pos="2317115" algn="l"/>
                <a:tab pos="3171825" algn="l"/>
              </a:tabLst>
            </a:pPr>
            <a:r>
              <a:rPr dirty="0" sz="3200" spc="-25">
                <a:solidFill>
                  <a:srgbClr val="2A3F5E"/>
                </a:solidFill>
                <a:latin typeface="Arial MT"/>
                <a:cs typeface="Arial MT"/>
              </a:rPr>
              <a:t>‹/›</a:t>
            </a:r>
            <a:r>
              <a:rPr dirty="0" sz="3200">
                <a:solidFill>
                  <a:srgbClr val="2A3F5E"/>
                </a:solidFill>
                <a:latin typeface="Arial MT"/>
                <a:cs typeface="Arial MT"/>
              </a:rPr>
              <a:t>	</a:t>
            </a:r>
            <a:r>
              <a:rPr dirty="0" sz="3200" spc="-290">
                <a:solidFill>
                  <a:srgbClr val="3D4F64"/>
                </a:solidFill>
                <a:latin typeface="Arial MT"/>
                <a:cs typeface="Arial MT"/>
              </a:rPr>
              <a:t>@@</a:t>
            </a:r>
            <a:r>
              <a:rPr dirty="0" sz="3200">
                <a:solidFill>
                  <a:srgbClr val="3D4F64"/>
                </a:solidFill>
                <a:latin typeface="Arial MT"/>
                <a:cs typeface="Arial MT"/>
              </a:rPr>
              <a:t>	</a:t>
            </a:r>
            <a:r>
              <a:rPr dirty="0" sz="3200" spc="-50">
                <a:solidFill>
                  <a:srgbClr val="3D5060"/>
                </a:solidFill>
                <a:latin typeface="Arial MT"/>
                <a:cs typeface="Arial MT"/>
              </a:rPr>
              <a:t>:</a:t>
            </a:r>
            <a:r>
              <a:rPr dirty="0" sz="3200">
                <a:solidFill>
                  <a:srgbClr val="3D5060"/>
                </a:solidFill>
                <a:latin typeface="Arial MT"/>
                <a:cs typeface="Arial MT"/>
              </a:rPr>
              <a:t>	</a:t>
            </a:r>
            <a:r>
              <a:rPr dirty="0" sz="3200" spc="-50">
                <a:solidFill>
                  <a:srgbClr val="3B5969"/>
                </a:solidFill>
                <a:latin typeface="Arial MT"/>
                <a:cs typeface="Arial MT"/>
              </a:rPr>
              <a:t>@</a:t>
            </a:r>
            <a:r>
              <a:rPr dirty="0" sz="3200">
                <a:solidFill>
                  <a:srgbClr val="3B5969"/>
                </a:solidFill>
                <a:latin typeface="Arial MT"/>
                <a:cs typeface="Arial MT"/>
              </a:rPr>
              <a:t>	</a:t>
            </a:r>
            <a:r>
              <a:rPr dirty="0" sz="3200" spc="-229">
                <a:solidFill>
                  <a:srgbClr val="4D4D4D"/>
                </a:solidFill>
                <a:latin typeface="Arial MT"/>
                <a:cs typeface="Arial MT"/>
              </a:rPr>
              <a:t>Python,</a:t>
            </a:r>
            <a:r>
              <a:rPr dirty="0" sz="3200" spc="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3200" spc="-225">
                <a:solidFill>
                  <a:srgbClr val="444444"/>
                </a:solidFill>
                <a:latin typeface="Arial MT"/>
                <a:cs typeface="Arial MT"/>
              </a:rPr>
              <a:t>Java,</a:t>
            </a:r>
            <a:r>
              <a:rPr dirty="0" sz="320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3200" spc="-175">
                <a:solidFill>
                  <a:srgbClr val="484848"/>
                </a:solidFill>
                <a:latin typeface="Arial MT"/>
                <a:cs typeface="Arial MT"/>
              </a:rPr>
              <a:t>Scala,</a:t>
            </a:r>
            <a:r>
              <a:rPr dirty="0" sz="3200" spc="-13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3200" spc="-790">
                <a:solidFill>
                  <a:srgbClr val="525252"/>
                </a:solidFill>
                <a:latin typeface="Arial MT"/>
                <a:cs typeface="Arial MT"/>
              </a:rPr>
              <a:t>R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025159" y="-15317"/>
            <a:ext cx="223266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00">
                <a:latin typeface="Arial MT"/>
                <a:cs typeface="Arial MT"/>
              </a:rPr>
              <a:t>@łSpark</a:t>
            </a:r>
            <a:r>
              <a:rPr dirty="0" sz="2050">
                <a:latin typeface="Arial MT"/>
                <a:cs typeface="Arial MT"/>
              </a:rPr>
              <a:t> </a:t>
            </a:r>
            <a:r>
              <a:rPr dirty="0" sz="2050" spc="-45">
                <a:latin typeface="Arial MT"/>
                <a:cs typeface="Arial MT"/>
              </a:rPr>
              <a:t>Ecosystem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275" y="7295589"/>
            <a:ext cx="3235503" cy="30627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1422" y="6847958"/>
            <a:ext cx="4704045" cy="35339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41128" y="6863665"/>
            <a:ext cx="4649073" cy="7460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84394" y="6871518"/>
            <a:ext cx="4327093" cy="77746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88153" y="1065801"/>
            <a:ext cx="64135" cy="889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650" spc="-1000">
                <a:solidFill>
                  <a:srgbClr val="21385E"/>
                </a:solidFill>
                <a:latin typeface="Arial MT"/>
                <a:cs typeface="Arial MT"/>
              </a:rPr>
              <a:t>i</a:t>
            </a:r>
            <a:endParaRPr sz="56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114"/>
              </a:spcBef>
            </a:pPr>
            <a:r>
              <a:rPr dirty="0" sz="5650" spc="-355">
                <a:solidFill>
                  <a:srgbClr val="1F3F64"/>
                </a:solidFill>
              </a:rPr>
              <a:t>Spark</a:t>
            </a:r>
            <a:r>
              <a:rPr dirty="0" sz="5650" spc="-705">
                <a:solidFill>
                  <a:srgbClr val="1F3F64"/>
                </a:solidFill>
              </a:rPr>
              <a:t> </a:t>
            </a:r>
            <a:r>
              <a:rPr dirty="0" sz="5650" spc="-1470">
                <a:solidFill>
                  <a:srgbClr val="1F3B59"/>
                </a:solidFill>
              </a:rPr>
              <a:t>țÿ‹ğ•ț§,“3"„</a:t>
            </a:r>
            <a:endParaRPr sz="5650"/>
          </a:p>
        </p:txBody>
      </p:sp>
      <p:sp>
        <p:nvSpPr>
          <p:cNvPr id="8" name="object 8" descr=""/>
          <p:cNvSpPr txBox="1"/>
          <p:nvPr/>
        </p:nvSpPr>
        <p:spPr>
          <a:xfrm>
            <a:off x="1394985" y="5928872"/>
            <a:ext cx="940435" cy="594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700" spc="-325">
                <a:solidFill>
                  <a:srgbClr val="112F50"/>
                </a:solidFill>
                <a:latin typeface="Arial MT"/>
                <a:cs typeface="Arial MT"/>
              </a:rPr>
              <a:t>RDD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640484" y="5928218"/>
            <a:ext cx="3391535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-10">
                <a:solidFill>
                  <a:srgbClr val="1F3B60"/>
                </a:solidFill>
                <a:latin typeface="Arial MT"/>
                <a:cs typeface="Arial MT"/>
              </a:rPr>
              <a:t>Transformation</a:t>
            </a:r>
            <a:endParaRPr sz="38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88122" y="5936071"/>
            <a:ext cx="1376045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-10">
                <a:solidFill>
                  <a:srgbClr val="1F3B64"/>
                </a:solidFill>
                <a:latin typeface="Arial MT"/>
                <a:cs typeface="Arial MT"/>
              </a:rPr>
              <a:t>Action</a:t>
            </a:r>
            <a:endParaRPr sz="3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6334" y="5672990"/>
            <a:ext cx="5997575" cy="4972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1045" algn="l"/>
                <a:tab pos="2877185" algn="l"/>
              </a:tabLst>
            </a:pPr>
            <a:r>
              <a:rPr dirty="0" sz="3100" spc="-500">
                <a:solidFill>
                  <a:srgbClr val="263F60"/>
                </a:solidFill>
              </a:rPr>
              <a:t>‹@›</a:t>
            </a:r>
            <a:r>
              <a:rPr dirty="0" sz="3100">
                <a:solidFill>
                  <a:srgbClr val="263F60"/>
                </a:solidFill>
              </a:rPr>
              <a:t>	</a:t>
            </a:r>
            <a:r>
              <a:rPr dirty="0" sz="3100">
                <a:solidFill>
                  <a:srgbClr val="49506D"/>
                </a:solidFill>
              </a:rPr>
              <a:t>2</a:t>
            </a:r>
            <a:r>
              <a:rPr dirty="0" sz="3100" spc="-120">
                <a:solidFill>
                  <a:srgbClr val="49506D"/>
                </a:solidFill>
              </a:rPr>
              <a:t> </a:t>
            </a:r>
            <a:r>
              <a:rPr dirty="0" sz="3100" spc="-135">
                <a:solidFill>
                  <a:srgbClr val="525252"/>
                </a:solidFill>
              </a:rPr>
              <a:t>Workers</a:t>
            </a:r>
            <a:r>
              <a:rPr dirty="0" sz="3100" spc="5">
                <a:solidFill>
                  <a:srgbClr val="525252"/>
                </a:solidFill>
              </a:rPr>
              <a:t> </a:t>
            </a:r>
            <a:r>
              <a:rPr dirty="0" sz="3100" spc="-50">
                <a:solidFill>
                  <a:srgbClr val="4B5B70"/>
                </a:solidFill>
              </a:rPr>
              <a:t>:</a:t>
            </a:r>
            <a:r>
              <a:rPr dirty="0" sz="3100">
                <a:solidFill>
                  <a:srgbClr val="4B5B70"/>
                </a:solidFill>
              </a:rPr>
              <a:t>	</a:t>
            </a:r>
            <a:r>
              <a:rPr dirty="0" sz="3100" spc="-105">
                <a:solidFill>
                  <a:srgbClr val="414141"/>
                </a:solidFill>
              </a:rPr>
              <a:t>2C</a:t>
            </a:r>
            <a:r>
              <a:rPr dirty="0" sz="3100" spc="-90">
                <a:solidFill>
                  <a:srgbClr val="414141"/>
                </a:solidFill>
              </a:rPr>
              <a:t> </a:t>
            </a:r>
            <a:r>
              <a:rPr dirty="0" sz="3100" spc="-85">
                <a:solidFill>
                  <a:srgbClr val="4F4F4F"/>
                </a:solidFill>
              </a:rPr>
              <a:t>/</a:t>
            </a:r>
            <a:r>
              <a:rPr dirty="0" sz="3100" spc="-260">
                <a:solidFill>
                  <a:srgbClr val="4F4F4F"/>
                </a:solidFill>
              </a:rPr>
              <a:t> </a:t>
            </a:r>
            <a:r>
              <a:rPr dirty="0" sz="3100" spc="-545">
                <a:solidFill>
                  <a:srgbClr val="525252"/>
                </a:solidFill>
              </a:rPr>
              <a:t>1G</a:t>
            </a:r>
            <a:r>
              <a:rPr dirty="0" sz="3100" spc="25">
                <a:solidFill>
                  <a:srgbClr val="525252"/>
                </a:solidFill>
              </a:rPr>
              <a:t> </a:t>
            </a:r>
            <a:r>
              <a:rPr dirty="0" sz="3100" spc="-170">
                <a:solidFill>
                  <a:srgbClr val="424242"/>
                </a:solidFill>
              </a:rPr>
              <a:t>Ï£@@łȚ@</a:t>
            </a:r>
            <a:endParaRPr sz="3100"/>
          </a:p>
        </p:txBody>
      </p:sp>
      <p:sp>
        <p:nvSpPr>
          <p:cNvPr id="3" name="object 3" descr=""/>
          <p:cNvSpPr txBox="1"/>
          <p:nvPr/>
        </p:nvSpPr>
        <p:spPr>
          <a:xfrm>
            <a:off x="10286928" y="-23171"/>
            <a:ext cx="312166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55">
                <a:latin typeface="Arial MT"/>
                <a:cs typeface="Arial MT"/>
              </a:rPr>
              <a:t>Master-</a:t>
            </a:r>
            <a:r>
              <a:rPr dirty="0" sz="2050" spc="-10">
                <a:latin typeface="Arial MT"/>
                <a:cs typeface="Arial MT"/>
              </a:rPr>
              <a:t>Worker</a:t>
            </a:r>
            <a:r>
              <a:rPr dirty="0" sz="2050" spc="75">
                <a:latin typeface="Arial MT"/>
                <a:cs typeface="Arial MT"/>
              </a:rPr>
              <a:t> </a:t>
            </a:r>
            <a:r>
              <a:rPr dirty="0" sz="2050" spc="-30">
                <a:latin typeface="Arial MT"/>
                <a:cs typeface="Arial MT"/>
              </a:rPr>
              <a:t>Architecture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0414" y="3738105"/>
            <a:ext cx="8701305" cy="400511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528" y="7586156"/>
            <a:ext cx="172769" cy="19632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4192" y="7586156"/>
            <a:ext cx="172769" cy="20418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379" y="942379"/>
            <a:ext cx="4185736" cy="8638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4192" y="6683042"/>
            <a:ext cx="4813989" cy="32197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67181" y="4357585"/>
            <a:ext cx="3665220" cy="61468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-55">
                <a:solidFill>
                  <a:srgbClr val="1F3F67"/>
                </a:solidFill>
              </a:rPr>
              <a:t>Docker</a:t>
            </a:r>
            <a:r>
              <a:rPr dirty="0" sz="3850" spc="-200">
                <a:solidFill>
                  <a:srgbClr val="1F3F67"/>
                </a:solidFill>
              </a:rPr>
              <a:t> </a:t>
            </a:r>
            <a:r>
              <a:rPr dirty="0" sz="3850" spc="-75">
                <a:solidFill>
                  <a:srgbClr val="1C3F5D"/>
                </a:solidFill>
              </a:rPr>
              <a:t>Compose</a:t>
            </a:r>
            <a:endParaRPr sz="3850"/>
          </a:p>
        </p:txBody>
      </p:sp>
      <p:sp>
        <p:nvSpPr>
          <p:cNvPr id="8" name="object 8" descr=""/>
          <p:cNvSpPr txBox="1"/>
          <p:nvPr/>
        </p:nvSpPr>
        <p:spPr>
          <a:xfrm>
            <a:off x="1585352" y="5259390"/>
            <a:ext cx="5364480" cy="11049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69060" algn="l"/>
              </a:tabLst>
            </a:pPr>
            <a:r>
              <a:rPr dirty="0" sz="2550" spc="-10">
                <a:solidFill>
                  <a:srgbClr val="505050"/>
                </a:solidFill>
                <a:latin typeface="Arial MT"/>
                <a:cs typeface="Arial MT"/>
              </a:rPr>
              <a:t>Wïîy@{$t</a:t>
            </a:r>
            <a:r>
              <a:rPr dirty="0" sz="2550">
                <a:solidFill>
                  <a:srgbClr val="505050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525252"/>
                </a:solidFill>
                <a:latin typeface="Arial MT"/>
                <a:cs typeface="Arial MT"/>
              </a:rPr>
              <a:t>:</a:t>
            </a:r>
            <a:r>
              <a:rPr dirty="0" sz="2550" spc="18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 spc="-60">
                <a:solidFill>
                  <a:srgbClr val="464646"/>
                </a:solidFill>
                <a:latin typeface="Arial MT"/>
                <a:cs typeface="Arial MT"/>
              </a:rPr>
              <a:t>Ubuntu</a:t>
            </a:r>
            <a:r>
              <a:rPr dirty="0" sz="2550" spc="-13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-85">
                <a:solidFill>
                  <a:srgbClr val="484848"/>
                </a:solidFill>
                <a:latin typeface="Arial MT"/>
                <a:cs typeface="Arial MT"/>
              </a:rPr>
              <a:t>22.04</a:t>
            </a:r>
            <a:r>
              <a:rPr dirty="0" sz="2550" spc="-4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 spc="85">
                <a:solidFill>
                  <a:srgbClr val="565656"/>
                </a:solidFill>
                <a:latin typeface="Arial MT"/>
                <a:cs typeface="Arial MT"/>
              </a:rPr>
              <a:t>+</a:t>
            </a:r>
            <a:r>
              <a:rPr dirty="0" sz="2550" spc="-18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550" spc="-185">
                <a:solidFill>
                  <a:srgbClr val="464646"/>
                </a:solidFill>
                <a:latin typeface="Arial MT"/>
                <a:cs typeface="Arial MT"/>
              </a:rPr>
              <a:t>OpenJDK</a:t>
            </a:r>
            <a:r>
              <a:rPr dirty="0" sz="2550" spc="-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-400">
                <a:solidFill>
                  <a:srgbClr val="464646"/>
                </a:solidFill>
                <a:latin typeface="Arial MT"/>
                <a:cs typeface="Arial MT"/>
              </a:rPr>
              <a:t>17</a:t>
            </a:r>
            <a:endParaRPr sz="25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2170"/>
              </a:spcBef>
            </a:pPr>
            <a:r>
              <a:rPr dirty="0" sz="2700" spc="-509">
                <a:solidFill>
                  <a:srgbClr val="494949"/>
                </a:solidFill>
                <a:latin typeface="Arial MT"/>
                <a:cs typeface="Arial MT"/>
              </a:rPr>
              <a:t>ł|ž@</a:t>
            </a:r>
            <a:r>
              <a:rPr dirty="0" sz="2700" spc="2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:</a:t>
            </a:r>
            <a:r>
              <a:rPr dirty="0" sz="2700" spc="1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 spc="-130">
                <a:solidFill>
                  <a:srgbClr val="4D4D4D"/>
                </a:solidFill>
                <a:latin typeface="Arial MT"/>
                <a:cs typeface="Arial MT"/>
              </a:rPr>
              <a:t>Spark</a:t>
            </a:r>
            <a:r>
              <a:rPr dirty="0" sz="2700" spc="-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 spc="-50">
                <a:solidFill>
                  <a:srgbClr val="484848"/>
                </a:solidFill>
                <a:latin typeface="Arial MT"/>
                <a:cs typeface="Arial MT"/>
              </a:rPr>
              <a:t>3.5.8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4652" y="4947493"/>
            <a:ext cx="8512829" cy="288996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4421331"/>
            <a:ext cx="5984111" cy="3848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105"/>
              </a:spcBef>
            </a:pPr>
            <a:r>
              <a:rPr dirty="0" baseline="-15151" sz="9075" spc="-427">
                <a:solidFill>
                  <a:srgbClr val="21385E"/>
                </a:solidFill>
              </a:rPr>
              <a:t>i</a:t>
            </a:r>
            <a:r>
              <a:rPr dirty="0" baseline="-15151" sz="9075" spc="1267">
                <a:solidFill>
                  <a:srgbClr val="21385E"/>
                </a:solidFill>
              </a:rPr>
              <a:t> </a:t>
            </a:r>
            <a:r>
              <a:rPr dirty="0" baseline="-13774" sz="9075" spc="-277">
                <a:solidFill>
                  <a:srgbClr val="213F66"/>
                </a:solidFill>
              </a:rPr>
              <a:t>ë*Ș</a:t>
            </a:r>
            <a:r>
              <a:rPr dirty="0" baseline="2295" sz="9075" spc="-277">
                <a:solidFill>
                  <a:srgbClr val="213F66"/>
                </a:solidFill>
              </a:rPr>
              <a:t>%jE</a:t>
            </a:r>
            <a:r>
              <a:rPr dirty="0" baseline="2295" sz="9075" spc="-607">
                <a:solidFill>
                  <a:srgbClr val="213F66"/>
                </a:solidFill>
              </a:rPr>
              <a:t> </a:t>
            </a:r>
            <a:r>
              <a:rPr dirty="0" sz="6050" spc="-655">
                <a:solidFill>
                  <a:srgbClr val="1F3D5E"/>
                </a:solidFill>
              </a:rPr>
              <a:t>(Web</a:t>
            </a:r>
            <a:r>
              <a:rPr dirty="0" sz="6050" spc="-340">
                <a:solidFill>
                  <a:srgbClr val="1F3D5E"/>
                </a:solidFill>
              </a:rPr>
              <a:t> </a:t>
            </a:r>
            <a:r>
              <a:rPr dirty="0" sz="6050" spc="-490">
                <a:solidFill>
                  <a:srgbClr val="213869"/>
                </a:solidFill>
              </a:rPr>
              <a:t>UI)</a:t>
            </a:r>
            <a:endParaRPr sz="6050"/>
          </a:p>
        </p:txBody>
      </p:sp>
      <p:sp>
        <p:nvSpPr>
          <p:cNvPr id="5" name="object 5" descr=""/>
          <p:cNvSpPr txBox="1"/>
          <p:nvPr/>
        </p:nvSpPr>
        <p:spPr>
          <a:xfrm>
            <a:off x="1589427" y="3514024"/>
            <a:ext cx="20891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1585">
                <a:solidFill>
                  <a:srgbClr val="464646"/>
                </a:solidFill>
                <a:latin typeface="Arial MT"/>
                <a:cs typeface="Arial MT"/>
              </a:rPr>
              <a:t>ț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67345" y="3514024"/>
            <a:ext cx="321500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65125" algn="l"/>
              </a:tabLst>
            </a:pPr>
            <a:r>
              <a:rPr dirty="0" sz="2950" spc="-350">
                <a:solidFill>
                  <a:srgbClr val="4B5D6B"/>
                </a:solidFill>
                <a:latin typeface="Arial MT"/>
                <a:cs typeface="Arial MT"/>
              </a:rPr>
              <a:t>:</a:t>
            </a:r>
            <a:r>
              <a:rPr dirty="0" sz="2950">
                <a:solidFill>
                  <a:srgbClr val="4B5D6B"/>
                </a:solidFill>
                <a:latin typeface="Arial MT"/>
                <a:cs typeface="Arial MT"/>
              </a:rPr>
              <a:t>	</a:t>
            </a:r>
            <a:r>
              <a:rPr dirty="0" sz="2950">
                <a:solidFill>
                  <a:srgbClr val="4F4F4F"/>
                </a:solidFill>
                <a:latin typeface="Arial MT"/>
                <a:cs typeface="Arial MT"/>
              </a:rPr>
              <a:t>2</a:t>
            </a:r>
            <a:r>
              <a:rPr dirty="0" sz="2950" spc="-15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950" spc="-90">
                <a:solidFill>
                  <a:srgbClr val="444444"/>
                </a:solidFill>
                <a:latin typeface="Arial MT"/>
                <a:cs typeface="Arial MT"/>
              </a:rPr>
              <a:t>Workers</a:t>
            </a:r>
            <a:r>
              <a:rPr dirty="0" sz="2950" spc="-8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950" spc="85">
                <a:solidFill>
                  <a:srgbClr val="464646"/>
                </a:solidFill>
                <a:latin typeface="Arial MT"/>
                <a:cs typeface="Arial MT"/>
              </a:rPr>
              <a:t>U/ŞÎg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52436" y="5178241"/>
            <a:ext cx="5207000" cy="1256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235">
              <a:lnSpc>
                <a:spcPct val="100000"/>
              </a:lnSpc>
              <a:spcBef>
                <a:spcPts val="90"/>
              </a:spcBef>
              <a:tabLst>
                <a:tab pos="2009139" algn="l"/>
              </a:tabLst>
            </a:pPr>
            <a:r>
              <a:rPr dirty="0" sz="3100" spc="-315">
                <a:solidFill>
                  <a:srgbClr val="494949"/>
                </a:solidFill>
                <a:latin typeface="Arial MT"/>
                <a:cs typeface="Arial MT"/>
              </a:rPr>
              <a:t>,@@@</a:t>
            </a:r>
            <a:r>
              <a:rPr dirty="0" sz="3100" spc="1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3100" spc="-50">
                <a:solidFill>
                  <a:srgbClr val="4B5B6B"/>
                </a:solidFill>
                <a:latin typeface="Arial MT"/>
                <a:cs typeface="Arial MT"/>
              </a:rPr>
              <a:t>:</a:t>
            </a:r>
            <a:r>
              <a:rPr dirty="0" sz="3100">
                <a:solidFill>
                  <a:srgbClr val="4B5B6B"/>
                </a:solidFill>
                <a:latin typeface="Arial MT"/>
                <a:cs typeface="Arial MT"/>
              </a:rPr>
              <a:t>	</a:t>
            </a:r>
            <a:r>
              <a:rPr dirty="0" sz="3100" spc="-250">
                <a:solidFill>
                  <a:srgbClr val="4F4F4F"/>
                </a:solidFill>
                <a:latin typeface="Arial MT"/>
                <a:cs typeface="Arial MT"/>
              </a:rPr>
              <a:t>4</a:t>
            </a:r>
            <a:r>
              <a:rPr dirty="0" sz="3100" spc="-12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100" spc="-175">
                <a:solidFill>
                  <a:srgbClr val="494949"/>
                </a:solidFill>
                <a:latin typeface="Arial MT"/>
                <a:cs typeface="Arial MT"/>
              </a:rPr>
              <a:t>Cores</a:t>
            </a:r>
            <a:r>
              <a:rPr dirty="0" sz="3100" spc="-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3100">
                <a:solidFill>
                  <a:srgbClr val="4F4F4F"/>
                </a:solidFill>
                <a:latin typeface="Arial MT"/>
                <a:cs typeface="Arial MT"/>
              </a:rPr>
              <a:t>/</a:t>
            </a:r>
            <a:r>
              <a:rPr dirty="0" sz="3100" spc="-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100" spc="-180">
                <a:solidFill>
                  <a:srgbClr val="3B3B3B"/>
                </a:solidFill>
                <a:latin typeface="Arial MT"/>
                <a:cs typeface="Arial MT"/>
              </a:rPr>
              <a:t>2</a:t>
            </a:r>
            <a:r>
              <a:rPr dirty="0" sz="3100" spc="-15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3100" spc="-340">
                <a:solidFill>
                  <a:srgbClr val="494949"/>
                </a:solidFill>
                <a:latin typeface="Arial MT"/>
                <a:cs typeface="Arial MT"/>
              </a:rPr>
              <a:t>GB</a:t>
            </a:r>
            <a:r>
              <a:rPr dirty="0" sz="3100" spc="-1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3100" spc="-325">
                <a:solidFill>
                  <a:srgbClr val="494949"/>
                </a:solidFill>
                <a:latin typeface="Arial MT"/>
                <a:cs typeface="Arial MT"/>
              </a:rPr>
              <a:t>RAM</a:t>
            </a:r>
            <a:endParaRPr sz="3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  <a:tabLst>
                <a:tab pos="981710" algn="l"/>
                <a:tab pos="1696085" algn="l"/>
              </a:tabLst>
            </a:pPr>
            <a:r>
              <a:rPr dirty="0" sz="2700" spc="-360" i="1">
                <a:solidFill>
                  <a:srgbClr val="464646"/>
                </a:solidFill>
                <a:latin typeface="Arial"/>
                <a:cs typeface="Arial"/>
              </a:rPr>
              <a:t>BJ</a:t>
            </a:r>
            <a:r>
              <a:rPr dirty="0" sz="2700" i="1">
                <a:solidFill>
                  <a:srgbClr val="464646"/>
                </a:solidFill>
                <a:latin typeface="Arial"/>
                <a:cs typeface="Arial"/>
              </a:rPr>
              <a:t>	</a:t>
            </a:r>
            <a:r>
              <a:rPr dirty="0" sz="2700" spc="165" i="1">
                <a:solidFill>
                  <a:srgbClr val="464646"/>
                </a:solidFill>
                <a:latin typeface="Arial"/>
                <a:cs typeface="Arial"/>
              </a:rPr>
              <a:t>tel[</a:t>
            </a:r>
            <a:r>
              <a:rPr dirty="0" sz="2700" i="1">
                <a:solidFill>
                  <a:srgbClr val="464646"/>
                </a:solidFill>
                <a:latin typeface="Arial"/>
                <a:cs typeface="Arial"/>
              </a:rPr>
              <a:t>	</a:t>
            </a:r>
            <a:r>
              <a:rPr dirty="0" sz="2700" i="1">
                <a:solidFill>
                  <a:srgbClr val="4F4F4F"/>
                </a:solidFill>
                <a:latin typeface="Arial"/>
                <a:cs typeface="Arial"/>
              </a:rPr>
              <a:t>:</a:t>
            </a:r>
            <a:r>
              <a:rPr dirty="0" sz="2700" spc="60" i="1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dirty="0" sz="2700" spc="-55" i="1">
                <a:solidFill>
                  <a:srgbClr val="3F3F3F"/>
                </a:solidFill>
                <a:latin typeface="Arial"/>
                <a:cs typeface="Arial"/>
              </a:rPr>
              <a:t>localhost8o8Q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5513" y="5151675"/>
            <a:ext cx="3369007" cy="96593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26307" y="5151675"/>
            <a:ext cx="1727696" cy="35339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1020" y="1131244"/>
            <a:ext cx="64769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50" spc="-905">
                <a:solidFill>
                  <a:srgbClr val="21385E"/>
                </a:solidFill>
                <a:latin typeface="Arial MT"/>
                <a:cs typeface="Arial MT"/>
              </a:rPr>
              <a:t>i</a:t>
            </a:r>
            <a:endParaRPr sz="51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0864" rIns="0" bIns="0" rtlCol="0" vert="horz">
            <a:spAutoFit/>
          </a:bodyPr>
          <a:lstStyle/>
          <a:p>
            <a:pPr marL="804545">
              <a:lnSpc>
                <a:spcPct val="100000"/>
              </a:lnSpc>
              <a:spcBef>
                <a:spcPts val="100"/>
              </a:spcBef>
            </a:pPr>
            <a:r>
              <a:rPr dirty="0" sz="5150" spc="-180">
                <a:solidFill>
                  <a:srgbClr val="1C3860"/>
                </a:solidFill>
              </a:rPr>
              <a:t>ogeRonk</a:t>
            </a:r>
            <a:r>
              <a:rPr dirty="0" sz="5150" spc="-160">
                <a:solidFill>
                  <a:srgbClr val="1C3860"/>
                </a:solidFill>
              </a:rPr>
              <a:t> </a:t>
            </a:r>
            <a:r>
              <a:rPr dirty="0" sz="5150" spc="-145">
                <a:solidFill>
                  <a:srgbClr val="183862"/>
                </a:solidFill>
              </a:rPr>
              <a:t>$}3ji@@¿g</a:t>
            </a:r>
            <a:endParaRPr sz="5150"/>
          </a:p>
        </p:txBody>
      </p:sp>
      <p:sp>
        <p:nvSpPr>
          <p:cNvPr id="6" name="object 6" descr=""/>
          <p:cNvSpPr txBox="1"/>
          <p:nvPr/>
        </p:nvSpPr>
        <p:spPr>
          <a:xfrm>
            <a:off x="11668331" y="5739088"/>
            <a:ext cx="4002404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0">
                <a:solidFill>
                  <a:srgbClr val="3D3D3D"/>
                </a:solidFill>
                <a:latin typeface="Arial MT"/>
                <a:cs typeface="Arial MT"/>
              </a:rPr>
              <a:t>reduceByKey</a:t>
            </a:r>
            <a:r>
              <a:rPr dirty="0" sz="2450" spc="10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494949"/>
                </a:solidFill>
                <a:latin typeface="Arial MT"/>
                <a:cs typeface="Arial MT"/>
              </a:rPr>
              <a:t>@{T</a:t>
            </a:r>
            <a:r>
              <a:rPr dirty="0" sz="2450" spc="-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494949"/>
                </a:solidFill>
                <a:latin typeface="Arial MT"/>
                <a:cs typeface="Arial MT"/>
              </a:rPr>
              <a:t>Shuffle</a:t>
            </a:r>
            <a:r>
              <a:rPr dirty="0" sz="2450" spc="-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444444"/>
                </a:solidFill>
                <a:latin typeface="Arial MT"/>
                <a:cs typeface="Arial MT"/>
              </a:rPr>
              <a:t>/E,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53799" y="6397445"/>
            <a:ext cx="1139825" cy="103631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2700" spc="-50">
                <a:solidFill>
                  <a:srgbClr val="233364"/>
                </a:solidFill>
                <a:latin typeface="Arial MT"/>
                <a:cs typeface="Arial MT"/>
              </a:rPr>
              <a:t>3</a:t>
            </a:r>
            <a:endParaRPr sz="2700">
              <a:latin typeface="Arial MT"/>
              <a:cs typeface="Arial MT"/>
            </a:endParaRPr>
          </a:p>
          <a:p>
            <a:pPr algn="r" marR="18415">
              <a:lnSpc>
                <a:spcPct val="100000"/>
              </a:lnSpc>
              <a:spcBef>
                <a:spcPts val="1770"/>
              </a:spcBef>
            </a:pPr>
            <a:r>
              <a:rPr dirty="0" sz="2450" spc="75">
                <a:solidFill>
                  <a:srgbClr val="4F4F4F"/>
                </a:solidFill>
                <a:latin typeface="Arial MT"/>
                <a:cs typeface="Arial MT"/>
              </a:rPr>
              <a:t>flatMap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030167" y="6397445"/>
            <a:ext cx="2887345" cy="103631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11505">
              <a:lnSpc>
                <a:spcPct val="100000"/>
              </a:lnSpc>
              <a:spcBef>
                <a:spcPts val="105"/>
              </a:spcBef>
            </a:pPr>
            <a:r>
              <a:rPr dirty="0" sz="2700" spc="10">
                <a:solidFill>
                  <a:srgbClr val="233364"/>
                </a:solidFill>
                <a:latin typeface="Arial MT"/>
                <a:cs typeface="Arial MT"/>
              </a:rPr>
              <a:t>5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  <a:tabLst>
                <a:tab pos="1445260" algn="l"/>
                <a:tab pos="1699895" algn="l"/>
                <a:tab pos="1928495" algn="l"/>
                <a:tab pos="2586990" algn="l"/>
              </a:tabLst>
            </a:pPr>
            <a:r>
              <a:rPr dirty="0" sz="2450" spc="-10">
                <a:solidFill>
                  <a:srgbClr val="484848"/>
                </a:solidFill>
                <a:latin typeface="Arial MT"/>
                <a:cs typeface="Arial MT"/>
              </a:rPr>
              <a:t>@§{t@</a:t>
            </a:r>
            <a:r>
              <a:rPr dirty="0" sz="24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450" spc="-50">
                <a:solidFill>
                  <a:srgbClr val="484848"/>
                </a:solidFill>
                <a:latin typeface="Arial MT"/>
                <a:cs typeface="Arial MT"/>
              </a:rPr>
              <a:t>t</a:t>
            </a:r>
            <a:r>
              <a:rPr dirty="0" sz="24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450" spc="-50">
                <a:solidFill>
                  <a:srgbClr val="485462"/>
                </a:solidFill>
                <a:latin typeface="Arial MT"/>
                <a:cs typeface="Arial MT"/>
              </a:rPr>
              <a:t>,</a:t>
            </a:r>
            <a:r>
              <a:rPr dirty="0" sz="2450">
                <a:solidFill>
                  <a:srgbClr val="485462"/>
                </a:solidFill>
                <a:latin typeface="Arial MT"/>
                <a:cs typeface="Arial MT"/>
              </a:rPr>
              <a:t>	</a:t>
            </a:r>
            <a:r>
              <a:rPr dirty="0" sz="2450" spc="-50">
                <a:solidFill>
                  <a:srgbClr val="545477"/>
                </a:solidFill>
                <a:latin typeface="Arial MT"/>
                <a:cs typeface="Arial MT"/>
              </a:rPr>
              <a:t>j</a:t>
            </a:r>
            <a:r>
              <a:rPr dirty="0" sz="2450">
                <a:solidFill>
                  <a:srgbClr val="545477"/>
                </a:solidFill>
                <a:latin typeface="Arial MT"/>
                <a:cs typeface="Arial MT"/>
              </a:rPr>
              <a:t>	</a:t>
            </a:r>
            <a:r>
              <a:rPr dirty="0" sz="2450" spc="-280">
                <a:solidFill>
                  <a:srgbClr val="505050"/>
                </a:solidFill>
                <a:latin typeface="Arial MT"/>
                <a:cs typeface="Arial MT"/>
              </a:rPr>
              <a:t>10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6156" y="7034860"/>
            <a:ext cx="328422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5">
                <a:solidFill>
                  <a:srgbClr val="444444"/>
                </a:solidFill>
                <a:latin typeface="Arial MT"/>
                <a:cs typeface="Arial MT"/>
              </a:rPr>
              <a:t>groupByKey</a:t>
            </a:r>
            <a:r>
              <a:rPr dirty="0" sz="245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450" spc="480">
                <a:solidFill>
                  <a:srgbClr val="494949"/>
                </a:solidFill>
                <a:latin typeface="Arial MT"/>
                <a:cs typeface="Arial MT"/>
              </a:rPr>
              <a:t>hit@}}tJ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755489" y="7034860"/>
            <a:ext cx="208089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8815" algn="l"/>
              </a:tabLst>
            </a:pPr>
            <a:r>
              <a:rPr dirty="0" sz="2450" spc="-50">
                <a:solidFill>
                  <a:srgbClr val="4B4B4B"/>
                </a:solidFill>
                <a:latin typeface="Arial MT"/>
                <a:cs typeface="Arial MT"/>
              </a:rPr>
              <a:t>@</a:t>
            </a:r>
            <a:r>
              <a:rPr dirty="0" sz="24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450" spc="-105">
                <a:solidFill>
                  <a:srgbClr val="494949"/>
                </a:solidFill>
                <a:latin typeface="Arial MT"/>
                <a:cs typeface="Arial MT"/>
              </a:rPr>
              <a:t>gij</a:t>
            </a:r>
            <a:r>
              <a:rPr dirty="0" sz="2450" spc="-5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450" spc="-465">
                <a:solidFill>
                  <a:srgbClr val="465666"/>
                </a:solidFill>
                <a:latin typeface="Arial MT"/>
                <a:cs typeface="Arial MT"/>
              </a:rPr>
              <a:t>PR</a:t>
            </a:r>
            <a:r>
              <a:rPr dirty="0" sz="2450" spc="-5">
                <a:solidFill>
                  <a:srgbClr val="465666"/>
                </a:solidFill>
                <a:latin typeface="Arial MT"/>
                <a:cs typeface="Arial MT"/>
              </a:rPr>
              <a:t> </a:t>
            </a:r>
            <a:r>
              <a:rPr dirty="0" sz="2450" spc="-55">
                <a:solidFill>
                  <a:srgbClr val="3F3F3F"/>
                </a:solidFill>
                <a:latin typeface="Arial MT"/>
                <a:cs typeface="Arial MT"/>
              </a:rPr>
              <a:t>$9@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2688" y="4028673"/>
            <a:ext cx="1374303" cy="3533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16783" y="4028673"/>
            <a:ext cx="691078" cy="33768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26673" y="3675280"/>
            <a:ext cx="18305780" cy="1076325"/>
            <a:chOff x="926673" y="3675280"/>
            <a:chExt cx="18305780" cy="1076325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1478" y="4028673"/>
              <a:ext cx="643959" cy="33768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26673" y="3675280"/>
              <a:ext cx="18305780" cy="1076325"/>
            </a:xfrm>
            <a:custGeom>
              <a:avLst/>
              <a:gdLst/>
              <a:ahLst/>
              <a:cxnLst/>
              <a:rect l="l" t="t" r="r" b="b"/>
              <a:pathLst>
                <a:path w="18305780" h="1076325">
                  <a:moveTo>
                    <a:pt x="18305726" y="1075883"/>
                  </a:moveTo>
                  <a:lnTo>
                    <a:pt x="0" y="1075883"/>
                  </a:lnTo>
                  <a:lnTo>
                    <a:pt x="0" y="0"/>
                  </a:lnTo>
                  <a:lnTo>
                    <a:pt x="18305726" y="0"/>
                  </a:lnTo>
                  <a:lnTo>
                    <a:pt x="18305726" y="1075883"/>
                  </a:lnTo>
                  <a:close/>
                </a:path>
              </a:pathLst>
            </a:custGeom>
            <a:solidFill>
              <a:srgbClr val="1D3B5E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926673" y="3675280"/>
          <a:ext cx="18381980" cy="5847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/>
                <a:gridCol w="4053204"/>
                <a:gridCol w="12157075"/>
              </a:tblGrid>
              <a:tr h="10756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75840">
                        <a:lnSpc>
                          <a:spcPct val="100000"/>
                        </a:lnSpc>
                        <a:spcBef>
                          <a:spcPts val="2455"/>
                        </a:spcBef>
                      </a:pPr>
                      <a:r>
                        <a:rPr dirty="0" sz="25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PogeRank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311785"/>
                </a:tc>
              </a:tr>
              <a:tr h="10115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30350">
                        <a:lnSpc>
                          <a:spcPct val="100000"/>
                        </a:lnSpc>
                        <a:spcBef>
                          <a:spcPts val="2335"/>
                        </a:spcBef>
                      </a:pPr>
                      <a:r>
                        <a:rPr dirty="0" sz="2550" spc="-50">
                          <a:solidFill>
                            <a:srgbClr val="525252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296545"/>
                </a:tc>
                <a:tc>
                  <a:txBody>
                    <a:bodyPr/>
                    <a:lstStyle/>
                    <a:p>
                      <a:pPr marL="2271395">
                        <a:lnSpc>
                          <a:spcPct val="100000"/>
                        </a:lnSpc>
                        <a:spcBef>
                          <a:spcPts val="2185"/>
                        </a:spcBef>
                      </a:pPr>
                      <a:r>
                        <a:rPr dirty="0" sz="2700" spc="-10">
                          <a:solidFill>
                            <a:srgbClr val="424242"/>
                          </a:solidFill>
                          <a:latin typeface="Arial MT"/>
                          <a:cs typeface="Arial MT"/>
                        </a:rPr>
                        <a:t>0.0ó78I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B="0" marT="277495"/>
                </a:tc>
              </a:tr>
              <a:tr h="1037590"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2095"/>
                        </a:spcBef>
                      </a:pPr>
                      <a:r>
                        <a:rPr dirty="0" sz="2800" spc="-50">
                          <a:solidFill>
                            <a:srgbClr val="48484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B="0" marT="2660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71395">
                        <a:lnSpc>
                          <a:spcPct val="100000"/>
                        </a:lnSpc>
                        <a:spcBef>
                          <a:spcPts val="2255"/>
                        </a:spcBef>
                      </a:pPr>
                      <a:r>
                        <a:rPr dirty="0" sz="2700" spc="-55">
                          <a:solidFill>
                            <a:srgbClr val="414141"/>
                          </a:solidFill>
                          <a:latin typeface="Arial MT"/>
                          <a:cs typeface="Arial MT"/>
                        </a:rPr>
                        <a:t>0.0ó373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B="0" marT="286385"/>
                </a:tc>
              </a:tr>
              <a:tr h="1009015"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dirty="0" sz="2700" spc="-50">
                          <a:solidFill>
                            <a:srgbClr val="424242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2700">
                        <a:latin typeface="Consolas"/>
                        <a:cs typeface="Consolas"/>
                      </a:endParaRPr>
                    </a:p>
                  </a:txBody>
                  <a:tcPr marL="0" marR="0" marB="0" marT="269875"/>
                </a:tc>
                <a:tc>
                  <a:txBody>
                    <a:bodyPr/>
                    <a:lstStyle/>
                    <a:p>
                      <a:pPr marL="1531620">
                        <a:lnSpc>
                          <a:spcPct val="100000"/>
                        </a:lnSpc>
                        <a:spcBef>
                          <a:spcPts val="2310"/>
                        </a:spcBef>
                      </a:pPr>
                      <a:r>
                        <a:rPr dirty="0" sz="2450" spc="-50">
                          <a:solidFill>
                            <a:srgbClr val="3A546E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293370"/>
                </a:tc>
                <a:tc>
                  <a:txBody>
                    <a:bodyPr/>
                    <a:lstStyle/>
                    <a:p>
                      <a:pPr marL="2270125"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r>
                        <a:rPr dirty="0" sz="2800" spc="-415">
                          <a:solidFill>
                            <a:srgbClr val="494949"/>
                          </a:solidFill>
                          <a:latin typeface="Consolas"/>
                          <a:cs typeface="Consolas"/>
                        </a:rPr>
                        <a:t>0.06157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B="0" marT="257175"/>
                </a:tc>
              </a:tr>
              <a:tr h="1014094"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2555"/>
                        </a:spcBef>
                      </a:pPr>
                      <a:r>
                        <a:rPr dirty="0" sz="2300" spc="-50">
                          <a:solidFill>
                            <a:srgbClr val="4B5770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B="0" marT="324485"/>
                </a:tc>
                <a:tc>
                  <a:txBody>
                    <a:bodyPr/>
                    <a:lstStyle/>
                    <a:p>
                      <a:pPr marL="1528445">
                        <a:lnSpc>
                          <a:spcPct val="100000"/>
                        </a:lnSpc>
                        <a:spcBef>
                          <a:spcPts val="2155"/>
                        </a:spcBef>
                      </a:pPr>
                      <a:r>
                        <a:rPr dirty="0" sz="2700" spc="-500">
                          <a:solidFill>
                            <a:srgbClr val="2B4154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B="0" marT="273685"/>
                </a:tc>
                <a:tc>
                  <a:txBody>
                    <a:bodyPr/>
                    <a:lstStyle/>
                    <a:p>
                      <a:pPr marL="2272030">
                        <a:lnSpc>
                          <a:spcPct val="100000"/>
                        </a:lnSpc>
                        <a:spcBef>
                          <a:spcPts val="2115"/>
                        </a:spcBef>
                      </a:pPr>
                      <a:r>
                        <a:rPr dirty="0" sz="2800" spc="-10">
                          <a:solidFill>
                            <a:srgbClr val="424242"/>
                          </a:solidFill>
                          <a:latin typeface="Times New Roman"/>
                          <a:cs typeface="Times New Roman"/>
                        </a:rPr>
                        <a:t>0.05980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8605"/>
                </a:tc>
              </a:tr>
              <a:tr h="699770">
                <a:tc>
                  <a:txBody>
                    <a:bodyPr/>
                    <a:lstStyle/>
                    <a:p>
                      <a:pPr marL="386715">
                        <a:lnSpc>
                          <a:spcPts val="2995"/>
                        </a:lnSpc>
                        <a:spcBef>
                          <a:spcPts val="2415"/>
                        </a:spcBef>
                      </a:pPr>
                      <a:r>
                        <a:rPr dirty="0" sz="2550" spc="-50">
                          <a:solidFill>
                            <a:srgbClr val="525252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306705"/>
                </a:tc>
                <a:tc>
                  <a:txBody>
                    <a:bodyPr/>
                    <a:lstStyle/>
                    <a:p>
                      <a:pPr marL="1529080">
                        <a:lnSpc>
                          <a:spcPts val="3210"/>
                        </a:lnSpc>
                        <a:spcBef>
                          <a:spcPts val="2205"/>
                        </a:spcBef>
                      </a:pPr>
                      <a:r>
                        <a:rPr dirty="0" sz="2700" spc="-695">
                          <a:solidFill>
                            <a:srgbClr val="505050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2700">
                        <a:latin typeface="Arial MT"/>
                        <a:cs typeface="Arial MT"/>
                      </a:endParaRPr>
                    </a:p>
                  </a:txBody>
                  <a:tcPr marL="0" marR="0" marB="0" marT="280035"/>
                </a:tc>
                <a:tc>
                  <a:txBody>
                    <a:bodyPr/>
                    <a:lstStyle/>
                    <a:p>
                      <a:pPr marL="2272030">
                        <a:lnSpc>
                          <a:spcPts val="2995"/>
                        </a:lnSpc>
                        <a:spcBef>
                          <a:spcPts val="2415"/>
                        </a:spcBef>
                      </a:pPr>
                      <a:r>
                        <a:rPr dirty="0" sz="2550" spc="-1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0.05ó42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306705"/>
                </a:tc>
              </a:tr>
            </a:tbl>
          </a:graphicData>
        </a:graphic>
      </p:graphicFrame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5037" y="5151675"/>
            <a:ext cx="47118" cy="21988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0217" y="3007761"/>
            <a:ext cx="6855812" cy="31412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97803" y="1114883"/>
            <a:ext cx="64769" cy="830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250" spc="-915">
                <a:solidFill>
                  <a:srgbClr val="21385E"/>
                </a:solidFill>
                <a:latin typeface="Arial MT"/>
                <a:cs typeface="Arial MT"/>
              </a:rPr>
              <a:t>i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313" rIns="0" bIns="0" rtlCol="0" vert="horz">
            <a:spAutoFit/>
          </a:bodyPr>
          <a:lstStyle/>
          <a:p>
            <a:pPr marL="803910">
              <a:lnSpc>
                <a:spcPct val="100000"/>
              </a:lnSpc>
              <a:spcBef>
                <a:spcPts val="130"/>
              </a:spcBef>
            </a:pPr>
            <a:r>
              <a:rPr dirty="0" sz="5250" spc="-275">
                <a:solidFill>
                  <a:srgbClr val="1C3860"/>
                </a:solidFill>
              </a:rPr>
              <a:t>ogeRonk</a:t>
            </a:r>
            <a:r>
              <a:rPr dirty="0" sz="5250" spc="380">
                <a:solidFill>
                  <a:srgbClr val="1C3860"/>
                </a:solidFill>
              </a:rPr>
              <a:t> </a:t>
            </a:r>
            <a:r>
              <a:rPr dirty="0" sz="5250" spc="-1430">
                <a:solidFill>
                  <a:srgbClr val="1C3B60"/>
                </a:solidFill>
              </a:rPr>
              <a:t>ÿȚgğŽø:§$</a:t>
            </a:r>
            <a:endParaRPr sz="5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670075" y="1535293"/>
            <a:ext cx="605155" cy="0"/>
          </a:xfrm>
          <a:custGeom>
            <a:avLst/>
            <a:gdLst/>
            <a:ahLst/>
            <a:cxnLst/>
            <a:rect l="l" t="t" r="r" b="b"/>
            <a:pathLst>
              <a:path w="605154" h="0">
                <a:moveTo>
                  <a:pt x="0" y="0"/>
                </a:moveTo>
                <a:lnTo>
                  <a:pt x="604693" y="0"/>
                </a:lnTo>
              </a:path>
            </a:pathLst>
          </a:custGeom>
          <a:ln w="39265">
            <a:solidFill>
              <a:srgbClr val="233B6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6339" y="7005022"/>
            <a:ext cx="4813989" cy="31412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3953" y="6188293"/>
            <a:ext cx="86384" cy="28271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96521" y="6565245"/>
            <a:ext cx="3863756" cy="31412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96521" y="7240616"/>
            <a:ext cx="4790430" cy="31412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5535" y="813190"/>
            <a:ext cx="6289675" cy="9290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583180" algn="l"/>
              </a:tabLst>
            </a:pPr>
            <a:r>
              <a:rPr dirty="0" baseline="-16478" sz="8850" spc="-1267">
                <a:solidFill>
                  <a:srgbClr val="21385E"/>
                </a:solidFill>
                <a:latin typeface="Times New Roman"/>
                <a:cs typeface="Times New Roman"/>
              </a:rPr>
              <a:t>I</a:t>
            </a:r>
            <a:r>
              <a:rPr dirty="0" baseline="-16478" sz="8850" spc="885">
                <a:solidFill>
                  <a:srgbClr val="21385E"/>
                </a:solidFill>
                <a:latin typeface="Times New Roman"/>
                <a:cs typeface="Times New Roman"/>
              </a:rPr>
              <a:t> </a:t>
            </a:r>
            <a:r>
              <a:rPr dirty="0" baseline="-16478" sz="8850" spc="2422">
                <a:solidFill>
                  <a:srgbClr val="1F385B"/>
                </a:solidFill>
                <a:latin typeface="Times New Roman"/>
                <a:cs typeface="Times New Roman"/>
              </a:rPr>
              <a:t>**</a:t>
            </a:r>
            <a:r>
              <a:rPr dirty="0" sz="5900" spc="1614">
                <a:solidFill>
                  <a:srgbClr val="1F385B"/>
                </a:solidFill>
                <a:latin typeface="Times New Roman"/>
                <a:cs typeface="Times New Roman"/>
              </a:rPr>
              <a:t>"</a:t>
            </a:r>
            <a:r>
              <a:rPr dirty="0" sz="5900">
                <a:solidFill>
                  <a:srgbClr val="1F385B"/>
                </a:solidFill>
                <a:latin typeface="Times New Roman"/>
                <a:cs typeface="Times New Roman"/>
              </a:rPr>
              <a:t>	</a:t>
            </a:r>
            <a:r>
              <a:rPr dirty="0" sz="5900" spc="965">
                <a:solidFill>
                  <a:srgbClr val="183F5B"/>
                </a:solidFill>
                <a:latin typeface="Times New Roman"/>
                <a:cs typeface="Times New Roman"/>
              </a:rPr>
              <a:t>:</a:t>
            </a:r>
            <a:r>
              <a:rPr dirty="0" sz="5900" spc="-735">
                <a:solidFill>
                  <a:srgbClr val="183F5B"/>
                </a:solidFill>
                <a:latin typeface="Times New Roman"/>
                <a:cs typeface="Times New Roman"/>
              </a:rPr>
              <a:t> </a:t>
            </a:r>
            <a:r>
              <a:rPr dirty="0" sz="5900" spc="-625">
                <a:solidFill>
                  <a:srgbClr val="1A3B60"/>
                </a:solidFill>
                <a:latin typeface="Times New Roman"/>
                <a:cs typeface="Times New Roman"/>
              </a:rPr>
              <a:t>TF-</a:t>
            </a:r>
            <a:r>
              <a:rPr dirty="0" sz="5900" spc="-670">
                <a:solidFill>
                  <a:srgbClr val="1A3B60"/>
                </a:solidFill>
                <a:latin typeface="Times New Roman"/>
                <a:cs typeface="Times New Roman"/>
              </a:rPr>
              <a:t>IDF</a:t>
            </a:r>
            <a:r>
              <a:rPr dirty="0" sz="5900" spc="-430">
                <a:solidFill>
                  <a:srgbClr val="1A3B60"/>
                </a:solidFill>
                <a:latin typeface="Times New Roman"/>
                <a:cs typeface="Times New Roman"/>
              </a:rPr>
              <a:t> </a:t>
            </a:r>
            <a:r>
              <a:rPr dirty="0" sz="5900" spc="-1015">
                <a:solidFill>
                  <a:srgbClr val="1A3156"/>
                </a:solidFill>
                <a:latin typeface="Times New Roman"/>
                <a:cs typeface="Times New Roman"/>
              </a:rPr>
              <a:t>@I@</a:t>
            </a:r>
            <a:endParaRPr sz="5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69682" y="6084627"/>
            <a:ext cx="498602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69590" algn="l"/>
                <a:tab pos="3312795" algn="l"/>
                <a:tab pos="4051935" algn="l"/>
                <a:tab pos="4370705" algn="l"/>
                <a:tab pos="4947285" algn="l"/>
              </a:tabLst>
            </a:pPr>
            <a:r>
              <a:rPr dirty="0" sz="2450">
                <a:solidFill>
                  <a:srgbClr val="000A21"/>
                </a:solidFill>
                <a:latin typeface="Times New Roman"/>
                <a:cs typeface="Times New Roman"/>
              </a:rPr>
              <a:t>TF</a:t>
            </a:r>
            <a:r>
              <a:rPr dirty="0" sz="2450" spc="10">
                <a:solidFill>
                  <a:srgbClr val="000A21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-</a:t>
            </a:r>
            <a:r>
              <a:rPr dirty="0" sz="2450" spc="12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IDF</a:t>
            </a:r>
            <a:r>
              <a:rPr dirty="0" sz="2450" spc="18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=</a:t>
            </a:r>
            <a:r>
              <a:rPr dirty="0" sz="2450" spc="90"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000E26"/>
                </a:solidFill>
                <a:latin typeface="Times New Roman"/>
                <a:cs typeface="Times New Roman"/>
              </a:rPr>
              <a:t>TF</a:t>
            </a:r>
            <a:r>
              <a:rPr dirty="0" sz="2450" spc="20">
                <a:solidFill>
                  <a:srgbClr val="000E26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000511"/>
                </a:solidFill>
                <a:latin typeface="Times New Roman"/>
                <a:cs typeface="Times New Roman"/>
              </a:rPr>
              <a:t>(</a:t>
            </a:r>
            <a:r>
              <a:rPr dirty="0" sz="2450" spc="45">
                <a:solidFill>
                  <a:srgbClr val="000511"/>
                </a:solidFill>
                <a:latin typeface="Times New Roman"/>
                <a:cs typeface="Times New Roman"/>
              </a:rPr>
              <a:t> </a:t>
            </a:r>
            <a:r>
              <a:rPr dirty="0" sz="2450" spc="65">
                <a:solidFill>
                  <a:srgbClr val="050505"/>
                </a:solidFill>
                <a:latin typeface="Times New Roman"/>
                <a:cs typeface="Times New Roman"/>
              </a:rPr>
              <a:t>t</a:t>
            </a:r>
            <a:r>
              <a:rPr dirty="0" sz="245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,</a:t>
            </a:r>
            <a:r>
              <a:rPr dirty="0" sz="2450" spc="10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d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 spc="-50">
                <a:latin typeface="Times New Roman"/>
                <a:cs typeface="Times New Roman"/>
              </a:rPr>
              <a:t>)</a:t>
            </a:r>
            <a:r>
              <a:rPr dirty="0" sz="2450">
                <a:latin typeface="Times New Roman"/>
                <a:cs typeface="Times New Roman"/>
              </a:rPr>
              <a:t>	</a:t>
            </a:r>
            <a:r>
              <a:rPr dirty="0" sz="2450" spc="-50">
                <a:latin typeface="Times New Roman"/>
                <a:cs typeface="Times New Roman"/>
              </a:rPr>
              <a:t>•</a:t>
            </a:r>
            <a:r>
              <a:rPr dirty="0" sz="2450">
                <a:latin typeface="Times New Roman"/>
                <a:cs typeface="Times New Roman"/>
              </a:rPr>
              <a:t>	log</a:t>
            </a:r>
            <a:r>
              <a:rPr dirty="0" sz="2450" spc="114">
                <a:latin typeface="Times New Roman"/>
                <a:cs typeface="Times New Roman"/>
              </a:rPr>
              <a:t> </a:t>
            </a:r>
            <a:r>
              <a:rPr dirty="0" sz="2450" spc="30">
                <a:latin typeface="Times New Roman"/>
                <a:cs typeface="Times New Roman"/>
              </a:rPr>
              <a:t>(</a:t>
            </a:r>
            <a:r>
              <a:rPr dirty="0" sz="2450">
                <a:latin typeface="Times New Roman"/>
                <a:cs typeface="Times New Roman"/>
              </a:rPr>
              <a:t>	</a:t>
            </a:r>
            <a:r>
              <a:rPr dirty="0" u="heavy" baseline="23809" sz="3675">
                <a:solidFill>
                  <a:srgbClr val="00012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23809" sz="3675" spc="-75">
                <a:solidFill>
                  <a:srgbClr val="00012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u="heavy" baseline="23809" sz="3675">
                <a:solidFill>
                  <a:srgbClr val="00012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baseline="23809" sz="3675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73554" y="6239073"/>
            <a:ext cx="83820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114">
                <a:latin typeface="Times New Roman"/>
                <a:cs typeface="Times New Roman"/>
              </a:rPr>
              <a:t>di</a:t>
            </a:r>
            <a:r>
              <a:rPr dirty="0" sz="2950" spc="-135"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000521"/>
                </a:solidFill>
                <a:latin typeface="Times New Roman"/>
                <a:cs typeface="Times New Roman"/>
              </a:rPr>
              <a:t>(</a:t>
            </a:r>
            <a:r>
              <a:rPr dirty="0" sz="2950" spc="-140">
                <a:solidFill>
                  <a:srgbClr val="000521"/>
                </a:solidFill>
                <a:latin typeface="Times New Roman"/>
                <a:cs typeface="Times New Roman"/>
              </a:rPr>
              <a:t> </a:t>
            </a:r>
            <a:r>
              <a:rPr dirty="0" sz="2950" spc="-150">
                <a:latin typeface="Times New Roman"/>
                <a:cs typeface="Times New Roman"/>
              </a:rPr>
              <a:t>t</a:t>
            </a:r>
            <a:r>
              <a:rPr dirty="0" sz="2950" spc="-40">
                <a:latin typeface="Times New Roman"/>
                <a:cs typeface="Times New Roman"/>
              </a:rPr>
              <a:t> </a:t>
            </a:r>
            <a:r>
              <a:rPr dirty="0" sz="2950" spc="-31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1578" y="4020820"/>
            <a:ext cx="1719842" cy="3533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1478" y="4028673"/>
            <a:ext cx="643959" cy="33768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8050" y="4028673"/>
            <a:ext cx="997351" cy="33768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926673" y="3675280"/>
            <a:ext cx="18314035" cy="1083945"/>
            <a:chOff x="926673" y="3675280"/>
            <a:chExt cx="18314035" cy="1083945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3006" y="4028673"/>
              <a:ext cx="950232" cy="33768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673" y="3675280"/>
              <a:ext cx="18313578" cy="1083736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96146" y="2999908"/>
            <a:ext cx="7696100" cy="31412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94587" y="1098522"/>
            <a:ext cx="75565" cy="850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400" spc="-1160">
                <a:solidFill>
                  <a:srgbClr val="21385E"/>
                </a:solidFill>
                <a:latin typeface="Arial MT"/>
                <a:cs typeface="Arial MT"/>
              </a:rPr>
              <a:t>I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413" rIns="0" bIns="0" rtlCol="0" vert="horz">
            <a:spAutoFit/>
          </a:bodyPr>
          <a:lstStyle/>
          <a:p>
            <a:pPr marL="503555">
              <a:lnSpc>
                <a:spcPct val="100000"/>
              </a:lnSpc>
              <a:spcBef>
                <a:spcPts val="110"/>
              </a:spcBef>
            </a:pPr>
            <a:r>
              <a:rPr dirty="0" spc="-425">
                <a:solidFill>
                  <a:srgbClr val="183B60"/>
                </a:solidFill>
              </a:rPr>
              <a:t>TF-</a:t>
            </a:r>
            <a:r>
              <a:rPr dirty="0" spc="-440">
                <a:solidFill>
                  <a:srgbClr val="183B60"/>
                </a:solidFill>
              </a:rPr>
              <a:t>IDF</a:t>
            </a:r>
            <a:r>
              <a:rPr dirty="0" spc="-375">
                <a:solidFill>
                  <a:srgbClr val="183B60"/>
                </a:solidFill>
              </a:rPr>
              <a:t> </a:t>
            </a:r>
            <a:r>
              <a:rPr dirty="0" spc="-1210"/>
              <a:t>@2|c@{¿tgĄśm:$ć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296500" y="6011985"/>
            <a:ext cx="20574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75">
                <a:solidFill>
                  <a:srgbClr val="484848"/>
                </a:solidFill>
                <a:latin typeface="Consolas"/>
                <a:cs typeface="Consolas"/>
              </a:rPr>
              <a:t>2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75538" y="6991667"/>
            <a:ext cx="229235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-380">
                <a:solidFill>
                  <a:srgbClr val="444444"/>
                </a:solidFill>
                <a:latin typeface="Courier New"/>
                <a:cs typeface="Courier New"/>
              </a:rPr>
              <a:t>3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10743" y="8119250"/>
            <a:ext cx="18923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50">
                <a:solidFill>
                  <a:srgbClr val="4B5770"/>
                </a:solidFill>
                <a:latin typeface="Arial MT"/>
                <a:cs typeface="Arial MT"/>
              </a:rPr>
              <a:t>4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83198" y="9082572"/>
            <a:ext cx="233679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30">
                <a:solidFill>
                  <a:srgbClr val="525252"/>
                </a:solidFill>
                <a:latin typeface="Consolas"/>
                <a:cs typeface="Consolas"/>
              </a:rPr>
              <a:t>5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822711" y="5040156"/>
            <a:ext cx="25298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0970" algn="l"/>
              </a:tabLst>
            </a:pPr>
            <a:r>
              <a:rPr dirty="0" sz="2450" spc="-10">
                <a:solidFill>
                  <a:srgbClr val="3D3D3D"/>
                </a:solidFill>
                <a:latin typeface="Arial MT"/>
                <a:cs typeface="Arial MT"/>
              </a:rPr>
              <a:t>machine</a:t>
            </a:r>
            <a:r>
              <a:rPr dirty="0" sz="2450">
                <a:solidFill>
                  <a:srgbClr val="3D3D3D"/>
                </a:solidFill>
                <a:latin typeface="Arial MT"/>
                <a:cs typeface="Arial MT"/>
              </a:rPr>
              <a:t>	</a:t>
            </a:r>
            <a:r>
              <a:rPr dirty="0" sz="2450" spc="-10">
                <a:solidFill>
                  <a:srgbClr val="3D3D3D"/>
                </a:solidFill>
                <a:latin typeface="Arial MT"/>
                <a:cs typeface="Arial MT"/>
              </a:rPr>
              <a:t>learning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21791" y="6052560"/>
            <a:ext cx="132461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43255" algn="l"/>
              </a:tabLst>
            </a:pPr>
            <a:r>
              <a:rPr dirty="0" sz="2550" spc="-25">
                <a:solidFill>
                  <a:srgbClr val="484848"/>
                </a:solidFill>
                <a:latin typeface="Arial MT"/>
                <a:cs typeface="Arial MT"/>
              </a:rPr>
              <a:t>big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550" spc="45">
                <a:solidFill>
                  <a:srgbClr val="484848"/>
                </a:solidFill>
                <a:latin typeface="Arial MT"/>
                <a:cs typeface="Arial MT"/>
              </a:rPr>
              <a:t>data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823207" y="7089832"/>
            <a:ext cx="241490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9165" algn="l"/>
              </a:tabLst>
            </a:pPr>
            <a:r>
              <a:rPr dirty="0" sz="2450" spc="-10">
                <a:solidFill>
                  <a:srgbClr val="414141"/>
                </a:solidFill>
                <a:latin typeface="Arial MT"/>
                <a:cs typeface="Arial MT"/>
              </a:rPr>
              <a:t>cloud</a:t>
            </a:r>
            <a:r>
              <a:rPr dirty="0" sz="2450">
                <a:solidFill>
                  <a:srgbClr val="414141"/>
                </a:solidFill>
                <a:latin typeface="Arial MT"/>
                <a:cs typeface="Arial MT"/>
              </a:rPr>
              <a:t>	</a:t>
            </a:r>
            <a:r>
              <a:rPr dirty="0" sz="2450" spc="-10">
                <a:solidFill>
                  <a:srgbClr val="414141"/>
                </a:solidFill>
                <a:latin typeface="Arial MT"/>
                <a:cs typeface="Arial MT"/>
              </a:rPr>
              <a:t>computing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20554" y="8070168"/>
            <a:ext cx="231330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9020" algn="l"/>
              </a:tabLst>
            </a:pPr>
            <a:r>
              <a:rPr dirty="0" sz="2700" spc="-10">
                <a:solidFill>
                  <a:srgbClr val="484848"/>
                </a:solidFill>
                <a:latin typeface="Arial MT"/>
                <a:cs typeface="Arial MT"/>
              </a:rPr>
              <a:t>neural</a:t>
            </a:r>
            <a:r>
              <a:rPr dirty="0" sz="270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700" spc="-120">
                <a:solidFill>
                  <a:srgbClr val="484848"/>
                </a:solidFill>
                <a:latin typeface="Arial MT"/>
                <a:cs typeface="Arial MT"/>
              </a:rPr>
              <a:t>networks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22711" y="9123802"/>
            <a:ext cx="25298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0970" algn="l"/>
              </a:tabLst>
            </a:pPr>
            <a:r>
              <a:rPr dirty="0" sz="2450" spc="-10">
                <a:solidFill>
                  <a:srgbClr val="444444"/>
                </a:solidFill>
                <a:latin typeface="Arial MT"/>
                <a:cs typeface="Arial MT"/>
              </a:rPr>
              <a:t>machine</a:t>
            </a:r>
            <a:r>
              <a:rPr dirty="0" sz="2450">
                <a:solidFill>
                  <a:srgbClr val="444444"/>
                </a:solidFill>
                <a:latin typeface="Arial MT"/>
                <a:cs typeface="Arial MT"/>
              </a:rPr>
              <a:t>	</a:t>
            </a:r>
            <a:r>
              <a:rPr dirty="0" sz="2450" spc="-10">
                <a:solidFill>
                  <a:srgbClr val="444444"/>
                </a:solidFill>
                <a:latin typeface="Arial MT"/>
                <a:cs typeface="Arial MT"/>
              </a:rPr>
              <a:t>learning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546587" y="5023795"/>
            <a:ext cx="230632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49020" algn="l"/>
              </a:tabLst>
            </a:pPr>
            <a:r>
              <a:rPr dirty="0" sz="2550" spc="-10">
                <a:solidFill>
                  <a:srgbClr val="444444"/>
                </a:solidFill>
                <a:latin typeface="Arial MT"/>
                <a:cs typeface="Arial MT"/>
              </a:rPr>
              <a:t>neural</a:t>
            </a:r>
            <a:r>
              <a:rPr dirty="0" sz="2550">
                <a:solidFill>
                  <a:srgbClr val="444444"/>
                </a:solidFill>
                <a:latin typeface="Arial MT"/>
                <a:cs typeface="Arial MT"/>
              </a:rPr>
              <a:t>	</a:t>
            </a:r>
            <a:r>
              <a:rPr dirty="0" sz="2550" spc="-50">
                <a:solidFill>
                  <a:srgbClr val="444444"/>
                </a:solidFill>
                <a:latin typeface="Arial MT"/>
                <a:cs typeface="Arial MT"/>
              </a:rPr>
              <a:t>networks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549736" y="6028346"/>
            <a:ext cx="246634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3775" algn="l"/>
              </a:tabLst>
            </a:pPr>
            <a:r>
              <a:rPr dirty="0" sz="2700" spc="-10">
                <a:solidFill>
                  <a:srgbClr val="424242"/>
                </a:solidFill>
                <a:latin typeface="Arial MT"/>
                <a:cs typeface="Arial MT"/>
              </a:rPr>
              <a:t>spark</a:t>
            </a:r>
            <a:r>
              <a:rPr dirty="0" sz="2700">
                <a:solidFill>
                  <a:srgbClr val="424242"/>
                </a:solidFill>
                <a:latin typeface="Arial MT"/>
                <a:cs typeface="Arial MT"/>
              </a:rPr>
              <a:t>	</a:t>
            </a:r>
            <a:r>
              <a:rPr dirty="0" sz="2700" spc="-125">
                <a:solidFill>
                  <a:srgbClr val="424242"/>
                </a:solidFill>
                <a:latin typeface="Arial MT"/>
                <a:cs typeface="Arial MT"/>
              </a:rPr>
              <a:t>framework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547820" y="7081979"/>
            <a:ext cx="131318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65">
                <a:solidFill>
                  <a:srgbClr val="494949"/>
                </a:solidFill>
                <a:latin typeface="Arial MT"/>
                <a:cs typeface="Arial MT"/>
              </a:rPr>
              <a:t>big_data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549736" y="8070168"/>
            <a:ext cx="246634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3775" algn="l"/>
              </a:tabLst>
            </a:pP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spark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700" spc="-125">
                <a:solidFill>
                  <a:srgbClr val="464646"/>
                </a:solidFill>
                <a:latin typeface="Arial MT"/>
                <a:cs typeface="Arial MT"/>
              </a:rPr>
              <a:t>framework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548888" y="9140162"/>
            <a:ext cx="130937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solidFill>
                  <a:srgbClr val="444444"/>
                </a:solidFill>
                <a:latin typeface="Arial MT"/>
                <a:cs typeface="Arial MT"/>
              </a:rPr>
              <a:t>big_dOtO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5193153" y="5023795"/>
            <a:ext cx="91694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10">
                <a:solidFill>
                  <a:srgbClr val="F46E34"/>
                </a:solidFill>
                <a:latin typeface="Arial MT"/>
                <a:cs typeface="Arial MT"/>
              </a:rPr>
              <a:t>0.ł854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5191967" y="6028346"/>
            <a:ext cx="86296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20">
                <a:solidFill>
                  <a:srgbClr val="464646"/>
                </a:solidFill>
                <a:latin typeface="Consolas"/>
                <a:cs typeface="Consolas"/>
              </a:rPr>
              <a:t>0.1665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5191967" y="7049257"/>
            <a:ext cx="96520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285">
                <a:solidFill>
                  <a:srgbClr val="494949"/>
                </a:solidFill>
                <a:latin typeface="Consolas"/>
                <a:cs typeface="Consolas"/>
              </a:rPr>
              <a:t>0.0892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5191967" y="8070168"/>
            <a:ext cx="98742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225">
                <a:solidFill>
                  <a:srgbClr val="444444"/>
                </a:solidFill>
                <a:latin typeface="Consolas"/>
                <a:cs typeface="Consolas"/>
              </a:rPr>
              <a:t>0.0802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5191967" y="9098933"/>
            <a:ext cx="97663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270">
                <a:solidFill>
                  <a:srgbClr val="464646"/>
                </a:solidFill>
                <a:latin typeface="Consolas"/>
                <a:cs typeface="Consolas"/>
              </a:rPr>
              <a:t>0.0787</a:t>
            </a:r>
            <a:endParaRPr sz="27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9017" y="4389918"/>
            <a:ext cx="1342891" cy="34553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47265" y="4389918"/>
            <a:ext cx="2057528" cy="33768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26673" y="4036526"/>
            <a:ext cx="18251170" cy="1068070"/>
            <a:chOff x="926673" y="4036526"/>
            <a:chExt cx="18251170" cy="106807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331" y="4389918"/>
              <a:ext cx="1719842" cy="33768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673" y="4036526"/>
              <a:ext cx="18250753" cy="1068030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9331" y="6471007"/>
            <a:ext cx="1248653" cy="31412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9331" y="7491918"/>
            <a:ext cx="1248653" cy="30627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31559" y="6471007"/>
            <a:ext cx="4389918" cy="31412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447265" y="7491918"/>
            <a:ext cx="4374212" cy="32197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27184" y="5457949"/>
            <a:ext cx="1240799" cy="32983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51164" y="8512829"/>
            <a:ext cx="4798283" cy="35339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447265" y="5450096"/>
            <a:ext cx="3918728" cy="31412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307639" y="6373885"/>
            <a:ext cx="6513195" cy="2484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25825">
              <a:lnSpc>
                <a:spcPct val="100000"/>
              </a:lnSpc>
              <a:spcBef>
                <a:spcPts val="105"/>
              </a:spcBef>
              <a:tabLst>
                <a:tab pos="5442585" algn="l"/>
              </a:tabLst>
            </a:pP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Master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700" spc="-290">
                <a:solidFill>
                  <a:srgbClr val="4F4F4F"/>
                </a:solidFill>
                <a:latin typeface="Arial MT"/>
                <a:cs typeface="Arial MT"/>
              </a:rPr>
              <a:t>g¿</a:t>
            </a:r>
            <a:r>
              <a:rPr dirty="0" sz="2700" spc="-2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 spc="-150">
                <a:solidFill>
                  <a:srgbClr val="4B4B4B"/>
                </a:solidFill>
                <a:latin typeface="Arial MT"/>
                <a:cs typeface="Arial MT"/>
              </a:rPr>
              <a:t>Task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2700">
              <a:latin typeface="Arial MT"/>
              <a:cs typeface="Arial MT"/>
            </a:endParaRPr>
          </a:p>
          <a:p>
            <a:pPr marL="3426460">
              <a:lnSpc>
                <a:spcPct val="100000"/>
              </a:lnSpc>
            </a:pPr>
            <a:r>
              <a:rPr dirty="0" sz="2450" spc="-254">
                <a:solidFill>
                  <a:srgbClr val="414141"/>
                </a:solidFill>
                <a:latin typeface="Arial MT"/>
                <a:cs typeface="Arial MT"/>
              </a:rPr>
              <a:t>RDD</a:t>
            </a:r>
            <a:r>
              <a:rPr dirty="0" sz="2450" spc="-6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444444"/>
                </a:solidFill>
                <a:latin typeface="Arial MT"/>
                <a:cs typeface="Arial MT"/>
              </a:rPr>
              <a:t>Lineage</a:t>
            </a:r>
            <a:r>
              <a:rPr dirty="0" sz="2450" spc="-2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450" spc="-10" i="1">
                <a:solidFill>
                  <a:srgbClr val="464646"/>
                </a:solidFill>
                <a:latin typeface="Arial"/>
                <a:cs typeface="Arial"/>
              </a:rPr>
              <a:t>\ïfi,@I$Ń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80"/>
              </a:spcBef>
            </a:pP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50" spc="-55">
                <a:solidFill>
                  <a:srgbClr val="444444"/>
                </a:solidFill>
                <a:latin typeface="Arial MT"/>
                <a:cs typeface="Arial MT"/>
              </a:rPr>
              <a:t>Shuffle</a:t>
            </a:r>
            <a:r>
              <a:rPr dirty="0" sz="2550" spc="-1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550" spc="30">
                <a:solidFill>
                  <a:srgbClr val="494949"/>
                </a:solidFill>
                <a:latin typeface="Arial MT"/>
                <a:cs typeface="Arial MT"/>
              </a:rPr>
              <a:t>@{5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723090" y="5310436"/>
            <a:ext cx="3086735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10">
                <a:solidFill>
                  <a:srgbClr val="444444"/>
                </a:solidFill>
              </a:rPr>
              <a:t>ał8ł6i1‹76</a:t>
            </a:r>
            <a:r>
              <a:rPr dirty="0" sz="3350" spc="-170">
                <a:solidFill>
                  <a:srgbClr val="444444"/>
                </a:solidFill>
              </a:rPr>
              <a:t> </a:t>
            </a:r>
            <a:r>
              <a:rPr dirty="0" sz="3350" spc="-415">
                <a:solidFill>
                  <a:srgbClr val="505050"/>
                </a:solidFill>
              </a:rPr>
              <a:t>Partition</a:t>
            </a:r>
            <a:endParaRPr sz="3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017536" y="1023634"/>
            <a:ext cx="1231900" cy="63817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9495"/>
              </a:lnSpc>
            </a:pPr>
            <a:r>
              <a:rPr dirty="0" sz="8500" spc="40">
                <a:solidFill>
                  <a:srgbClr val="1A3859"/>
                </a:solidFill>
                <a:latin typeface="Arial MT"/>
                <a:cs typeface="Arial MT"/>
              </a:rPr>
              <a:t>e</a:t>
            </a:r>
            <a:endParaRPr sz="85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453528" y="1010763"/>
            <a:ext cx="975994" cy="5359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505"/>
              </a:lnSpc>
            </a:pPr>
            <a:r>
              <a:rPr dirty="0" sz="6700" spc="-875">
                <a:solidFill>
                  <a:srgbClr val="1C3B62"/>
                </a:solidFill>
                <a:latin typeface="Arial MT"/>
                <a:cs typeface="Arial MT"/>
              </a:rPr>
              <a:t>H</a:t>
            </a:r>
            <a:endParaRPr sz="67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633275" y="4884668"/>
            <a:ext cx="596900" cy="675640"/>
            <a:chOff x="7633275" y="4884668"/>
            <a:chExt cx="596900" cy="67564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3275" y="4884668"/>
              <a:ext cx="596840" cy="67537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3275" y="4884668"/>
              <a:ext cx="596840" cy="675372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92246" y="7319148"/>
            <a:ext cx="1358597" cy="30627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9275" y="6887224"/>
            <a:ext cx="4578394" cy="29842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29275" y="7327002"/>
            <a:ext cx="416217" cy="29842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618545" y="6731790"/>
            <a:ext cx="4623435" cy="92138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3394710" algn="l"/>
              </a:tabLst>
            </a:pP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@jȚlAR</a:t>
            </a:r>
            <a:r>
              <a:rPr dirty="0" sz="2550" spc="18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-95">
                <a:solidFill>
                  <a:srgbClr val="4F4F4F"/>
                </a:solidFill>
                <a:latin typeface="Arial MT"/>
                <a:cs typeface="Arial MT"/>
              </a:rPr>
              <a:t>Wikipedia</a:t>
            </a:r>
            <a:r>
              <a:rPr dirty="0" sz="2550" spc="-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464646"/>
                </a:solidFill>
                <a:latin typeface="Arial MT"/>
                <a:cs typeface="Arial MT"/>
              </a:rPr>
              <a:t>ie</a:t>
            </a: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550" spc="-155">
                <a:solidFill>
                  <a:srgbClr val="464646"/>
                </a:solidFill>
                <a:latin typeface="Arial MT"/>
                <a:cs typeface="Arial MT"/>
              </a:rPr>
              <a:t>)§jiğ</a:t>
            </a:r>
            <a:r>
              <a:rPr dirty="0" sz="2550" spc="-204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545454"/>
                </a:solidFill>
                <a:latin typeface="Arial MT"/>
                <a:cs typeface="Arial MT"/>
              </a:rPr>
              <a:t>TF-</a:t>
            </a:r>
            <a:endParaRPr sz="2550">
              <a:latin typeface="Arial MT"/>
              <a:cs typeface="Arial MT"/>
            </a:endParaRPr>
          </a:p>
          <a:p>
            <a:pPr marL="32384">
              <a:lnSpc>
                <a:spcPct val="100000"/>
              </a:lnSpc>
              <a:spcBef>
                <a:spcPts val="505"/>
              </a:spcBef>
              <a:tabLst>
                <a:tab pos="860425" algn="l"/>
              </a:tabLst>
            </a:pPr>
            <a:r>
              <a:rPr dirty="0" sz="2450" spc="-25">
                <a:solidFill>
                  <a:srgbClr val="5B6085"/>
                </a:solidFill>
                <a:latin typeface="Arial MT"/>
                <a:cs typeface="Arial MT"/>
              </a:rPr>
              <a:t>IDF</a:t>
            </a:r>
            <a:r>
              <a:rPr dirty="0" sz="2450">
                <a:solidFill>
                  <a:srgbClr val="5B6085"/>
                </a:solidFill>
                <a:latin typeface="Arial MT"/>
                <a:cs typeface="Arial MT"/>
              </a:rPr>
              <a:t>	</a:t>
            </a:r>
            <a:r>
              <a:rPr dirty="0" sz="2450" spc="-25">
                <a:solidFill>
                  <a:srgbClr val="4D4D4D"/>
                </a:solidFill>
                <a:latin typeface="Arial MT"/>
                <a:cs typeface="Arial MT"/>
              </a:rPr>
              <a:t>g§.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889521" y="6782250"/>
            <a:ext cx="451294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09295" algn="l"/>
                <a:tab pos="4098925" algn="l"/>
              </a:tabLst>
            </a:pPr>
            <a:r>
              <a:rPr dirty="0" sz="2700" spc="-25">
                <a:solidFill>
                  <a:srgbClr val="4D4D4D"/>
                </a:solidFill>
                <a:latin typeface="Arial MT"/>
                <a:cs typeface="Arial MT"/>
              </a:rPr>
              <a:t>§|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	</a:t>
            </a:r>
            <a:r>
              <a:rPr dirty="0" sz="2700" spc="-114">
                <a:solidFill>
                  <a:srgbClr val="464646"/>
                </a:solidFill>
                <a:latin typeface="Arial MT"/>
                <a:cs typeface="Arial MT"/>
              </a:rPr>
              <a:t>Spark</a:t>
            </a:r>
            <a:r>
              <a:rPr dirty="0" sz="2700" spc="-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114">
                <a:solidFill>
                  <a:srgbClr val="464646"/>
                </a:solidFill>
                <a:latin typeface="Arial MT"/>
                <a:cs typeface="Arial MT"/>
              </a:rPr>
              <a:t>Streaming</a:t>
            </a:r>
            <a:r>
              <a:rPr dirty="0" sz="2700" spc="-12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1060">
                <a:solidFill>
                  <a:srgbClr val="4B4B4B"/>
                </a:solidFill>
                <a:latin typeface="Arial MT"/>
                <a:cs typeface="Arial MT"/>
              </a:rPr>
              <a:t>@țȚ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700" spc="-500">
                <a:solidFill>
                  <a:srgbClr val="4B4B4B"/>
                </a:solidFill>
                <a:latin typeface="Arial MT"/>
                <a:cs typeface="Arial MT"/>
              </a:rPr>
              <a:t>@y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76457" y="2239735"/>
            <a:ext cx="6924675" cy="2969260"/>
          </a:xfrm>
          <a:prstGeom prst="rect"/>
        </p:spPr>
        <p:txBody>
          <a:bodyPr wrap="square" lIns="0" tIns="397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30"/>
              </a:spcBef>
            </a:pPr>
            <a:r>
              <a:rPr dirty="0" sz="10400" spc="-855">
                <a:solidFill>
                  <a:srgbClr val="1D3A5E"/>
                </a:solidFill>
              </a:rPr>
              <a:t>THANK</a:t>
            </a:r>
            <a:r>
              <a:rPr dirty="0" sz="10400" spc="675">
                <a:solidFill>
                  <a:srgbClr val="1D3A5E"/>
                </a:solidFill>
              </a:rPr>
              <a:t> </a:t>
            </a:r>
            <a:r>
              <a:rPr dirty="0" sz="10400" spc="-1010">
                <a:solidFill>
                  <a:srgbClr val="1D3A5E"/>
                </a:solidFill>
              </a:rPr>
              <a:t>YOU</a:t>
            </a:r>
            <a:endParaRPr sz="10400"/>
          </a:p>
          <a:p>
            <a:pPr algn="ctr" marR="8255">
              <a:lnSpc>
                <a:spcPct val="100000"/>
              </a:lnSpc>
              <a:spcBef>
                <a:spcPts val="1485"/>
              </a:spcBef>
            </a:pPr>
            <a:r>
              <a:rPr dirty="0" sz="5150" spc="-720">
                <a:solidFill>
                  <a:srgbClr val="445666"/>
                </a:solidFill>
              </a:rPr>
              <a:t>o&amp;A</a:t>
            </a:r>
            <a:r>
              <a:rPr dirty="0" sz="5150" spc="-430">
                <a:solidFill>
                  <a:srgbClr val="445666"/>
                </a:solidFill>
              </a:rPr>
              <a:t> </a:t>
            </a:r>
            <a:r>
              <a:rPr dirty="0" sz="5150" spc="590">
                <a:solidFill>
                  <a:srgbClr val="4B4B4B"/>
                </a:solidFill>
              </a:rPr>
              <a:t>I</a:t>
            </a:r>
            <a:r>
              <a:rPr dirty="0" sz="5150" spc="-170">
                <a:solidFill>
                  <a:srgbClr val="494949"/>
                </a:solidFill>
              </a:rPr>
              <a:t>@in}ltjiTteI</a:t>
            </a:r>
            <a:endParaRPr sz="5150"/>
          </a:p>
        </p:txBody>
      </p:sp>
      <p:sp>
        <p:nvSpPr>
          <p:cNvPr id="3" name="object 3" descr=""/>
          <p:cNvSpPr txBox="1"/>
          <p:nvPr/>
        </p:nvSpPr>
        <p:spPr>
          <a:xfrm>
            <a:off x="6145306" y="6737749"/>
            <a:ext cx="7789545" cy="15341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1295" indent="-198755">
              <a:lnSpc>
                <a:spcPct val="100000"/>
              </a:lnSpc>
              <a:spcBef>
                <a:spcPts val="90"/>
              </a:spcBef>
              <a:buClr>
                <a:srgbClr val="424242"/>
              </a:buClr>
              <a:buSzPct val="79545"/>
              <a:buAutoNum type="arabicPeriod"/>
              <a:tabLst>
                <a:tab pos="201295" algn="l"/>
              </a:tabLst>
            </a:pPr>
            <a:r>
              <a:rPr dirty="0" sz="2200" spc="-114">
                <a:solidFill>
                  <a:srgbClr val="4B4B4B"/>
                </a:solidFill>
                <a:latin typeface="Arial MT"/>
                <a:cs typeface="Arial MT"/>
              </a:rPr>
              <a:t>Zaharia</a:t>
            </a:r>
            <a:r>
              <a:rPr dirty="0" sz="2200" spc="-13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595959"/>
                </a:solidFill>
                <a:latin typeface="Arial MT"/>
                <a:cs typeface="Arial MT"/>
              </a:rPr>
              <a:t>M,</a:t>
            </a:r>
            <a:r>
              <a:rPr dirty="0" sz="2200" spc="-1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D4D4D"/>
                </a:solidFill>
                <a:latin typeface="Arial MT"/>
                <a:cs typeface="Arial MT"/>
              </a:rPr>
              <a:t>et</a:t>
            </a:r>
            <a:r>
              <a:rPr dirty="0" sz="2200" spc="-114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464646"/>
                </a:solidFill>
                <a:latin typeface="Arial MT"/>
                <a:cs typeface="Arial MT"/>
              </a:rPr>
              <a:t>ol.</a:t>
            </a:r>
            <a:r>
              <a:rPr dirty="0" sz="2200" spc="-10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3D3D3D"/>
                </a:solidFill>
                <a:latin typeface="Arial MT"/>
                <a:cs typeface="Arial MT"/>
              </a:rPr>
              <a:t>“Spark:</a:t>
            </a:r>
            <a:r>
              <a:rPr dirty="0" sz="2200" spc="-8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-135">
                <a:solidFill>
                  <a:srgbClr val="4F4F4F"/>
                </a:solidFill>
                <a:latin typeface="Arial MT"/>
                <a:cs typeface="Arial MT"/>
              </a:rPr>
              <a:t>Cluster</a:t>
            </a:r>
            <a:r>
              <a:rPr dirty="0" sz="2200" spc="7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444444"/>
                </a:solidFill>
                <a:latin typeface="Arial MT"/>
                <a:cs typeface="Arial MT"/>
              </a:rPr>
              <a:t>Computing</a:t>
            </a:r>
            <a:r>
              <a:rPr dirty="0" sz="2200" spc="7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3A566B"/>
                </a:solidFill>
                <a:latin typeface="Arial MT"/>
                <a:cs typeface="Arial MT"/>
              </a:rPr>
              <a:t>with</a:t>
            </a:r>
            <a:r>
              <a:rPr dirty="0" sz="2200" spc="-60">
                <a:solidFill>
                  <a:srgbClr val="3A566B"/>
                </a:solidFill>
                <a:latin typeface="Arial MT"/>
                <a:cs typeface="Arial MT"/>
              </a:rPr>
              <a:t> </a:t>
            </a:r>
            <a:r>
              <a:rPr dirty="0" sz="2200" spc="-180">
                <a:solidFill>
                  <a:srgbClr val="464646"/>
                </a:solidFill>
                <a:latin typeface="Arial MT"/>
                <a:cs typeface="Arial MT"/>
              </a:rPr>
              <a:t>Working</a:t>
            </a:r>
            <a:r>
              <a:rPr dirty="0" sz="2200" spc="1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525252"/>
                </a:solidFill>
                <a:latin typeface="Arial MT"/>
                <a:cs typeface="Arial MT"/>
              </a:rPr>
              <a:t>Sets."</a:t>
            </a:r>
            <a:r>
              <a:rPr dirty="0" sz="2200" spc="1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130">
                <a:solidFill>
                  <a:srgbClr val="464646"/>
                </a:solidFill>
                <a:latin typeface="Arial MT"/>
                <a:cs typeface="Arial MT"/>
              </a:rPr>
              <a:t>2010.</a:t>
            </a:r>
            <a:endParaRPr sz="2200">
              <a:latin typeface="Arial MT"/>
              <a:cs typeface="Arial MT"/>
            </a:endParaRPr>
          </a:p>
          <a:p>
            <a:pPr marL="271780" indent="-246379">
              <a:lnSpc>
                <a:spcPct val="100000"/>
              </a:lnSpc>
              <a:spcBef>
                <a:spcPts val="1935"/>
              </a:spcBef>
              <a:buClr>
                <a:srgbClr val="464646"/>
              </a:buClr>
              <a:buAutoNum type="arabicPeriod"/>
              <a:tabLst>
                <a:tab pos="271780" algn="l"/>
              </a:tabLst>
            </a:pPr>
            <a:r>
              <a:rPr dirty="0" sz="2200" spc="-265">
                <a:solidFill>
                  <a:srgbClr val="4F4F4F"/>
                </a:solidFill>
                <a:latin typeface="Arial MT"/>
                <a:cs typeface="Arial MT"/>
              </a:rPr>
              <a:t>Page</a:t>
            </a:r>
            <a:r>
              <a:rPr dirty="0" sz="2200" spc="-5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254">
                <a:solidFill>
                  <a:srgbClr val="4D4D4D"/>
                </a:solidFill>
                <a:latin typeface="Arial MT"/>
                <a:cs typeface="Arial MT"/>
              </a:rPr>
              <a:t>L,</a:t>
            </a:r>
            <a:r>
              <a:rPr dirty="0" sz="2200" spc="-8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B4B4B"/>
                </a:solidFill>
                <a:latin typeface="Arial MT"/>
                <a:cs typeface="Arial MT"/>
              </a:rPr>
              <a:t>et</a:t>
            </a:r>
            <a:r>
              <a:rPr dirty="0" sz="2200" spc="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4D4D4D"/>
                </a:solidFill>
                <a:latin typeface="Arial MT"/>
                <a:cs typeface="Arial MT"/>
              </a:rPr>
              <a:t>al.</a:t>
            </a:r>
            <a:r>
              <a:rPr dirty="0" sz="2200" spc="-1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70">
                <a:solidFill>
                  <a:srgbClr val="484848"/>
                </a:solidFill>
                <a:latin typeface="Arial MT"/>
                <a:cs typeface="Arial MT"/>
              </a:rPr>
              <a:t>“The</a:t>
            </a:r>
            <a:r>
              <a:rPr dirty="0" sz="2200" spc="-9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70">
                <a:solidFill>
                  <a:srgbClr val="B5B5B5"/>
                </a:solidFill>
                <a:latin typeface="Arial MT"/>
                <a:cs typeface="Arial MT"/>
              </a:rPr>
              <a:t>PageRank</a:t>
            </a:r>
            <a:r>
              <a:rPr dirty="0" sz="2200" spc="23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4B4B4B"/>
                </a:solidFill>
                <a:latin typeface="Arial MT"/>
                <a:cs typeface="Arial MT"/>
              </a:rPr>
              <a:t>Citation</a:t>
            </a:r>
            <a:r>
              <a:rPr dirty="0" sz="2200" spc="-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220">
                <a:solidFill>
                  <a:srgbClr val="4B5B72"/>
                </a:solidFill>
                <a:latin typeface="Arial MT"/>
                <a:cs typeface="Arial MT"/>
              </a:rPr>
              <a:t>Ranking."</a:t>
            </a:r>
            <a:r>
              <a:rPr dirty="0" sz="2200" spc="-5">
                <a:solidFill>
                  <a:srgbClr val="4B5B72"/>
                </a:solidFill>
                <a:latin typeface="Arial MT"/>
                <a:cs typeface="Arial MT"/>
              </a:rPr>
              <a:t> </a:t>
            </a:r>
            <a:r>
              <a:rPr dirty="0" sz="2200" spc="-370">
                <a:solidFill>
                  <a:srgbClr val="464646"/>
                </a:solidFill>
                <a:latin typeface="Arial MT"/>
                <a:cs typeface="Arial MT"/>
              </a:rPr>
              <a:t>1999.</a:t>
            </a:r>
            <a:endParaRPr sz="2200">
              <a:latin typeface="Arial MT"/>
              <a:cs typeface="Arial MT"/>
            </a:endParaRPr>
          </a:p>
          <a:p>
            <a:pPr marL="270510" indent="-246379">
              <a:lnSpc>
                <a:spcPct val="100000"/>
              </a:lnSpc>
              <a:spcBef>
                <a:spcPts val="2210"/>
              </a:spcBef>
              <a:buClr>
                <a:srgbClr val="3B3B3B"/>
              </a:buClr>
              <a:buAutoNum type="arabicPeriod"/>
              <a:tabLst>
                <a:tab pos="270510" algn="l"/>
              </a:tabLst>
            </a:pPr>
            <a:r>
              <a:rPr dirty="0" sz="2050" spc="-20">
                <a:solidFill>
                  <a:srgbClr val="464646"/>
                </a:solidFill>
                <a:latin typeface="Arial MT"/>
                <a:cs typeface="Arial MT"/>
              </a:rPr>
              <a:t>Apache</a:t>
            </a:r>
            <a:r>
              <a:rPr dirty="0" sz="2050" spc="-12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6E6B87"/>
                </a:solidFill>
                <a:latin typeface="Arial MT"/>
                <a:cs typeface="Arial MT"/>
              </a:rPr>
              <a:t>Spark</a:t>
            </a:r>
            <a:r>
              <a:rPr dirty="0" sz="2050">
                <a:solidFill>
                  <a:srgbClr val="6E6B87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484848"/>
                </a:solidFill>
                <a:latin typeface="Arial MT"/>
                <a:cs typeface="Arial MT"/>
              </a:rPr>
              <a:t>Official</a:t>
            </a:r>
            <a:r>
              <a:rPr dirty="0" sz="2050" spc="-9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050" spc="-125">
                <a:solidFill>
                  <a:srgbClr val="424242"/>
                </a:solidFill>
                <a:latin typeface="Arial MT"/>
                <a:cs typeface="Arial MT"/>
              </a:rPr>
              <a:t>Docs:</a:t>
            </a:r>
            <a:r>
              <a:rPr dirty="0" sz="2050" spc="-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383838"/>
                </a:solidFill>
                <a:latin typeface="Arial MT"/>
                <a:cs typeface="Arial MT"/>
              </a:rPr>
              <a:t>spark.apache.org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73792" y="8328280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73792" y="5783855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73792" y="4291754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498" y="3282622"/>
            <a:ext cx="1319331" cy="56542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989498" y="3282622"/>
            <a:ext cx="1319530" cy="817244"/>
            <a:chOff x="989498" y="3282622"/>
            <a:chExt cx="1319530" cy="817244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9498" y="4005113"/>
              <a:ext cx="1319331" cy="9423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9498" y="3282622"/>
              <a:ext cx="1319331" cy="816729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942379" y="7334855"/>
            <a:ext cx="1303655" cy="707390"/>
            <a:chOff x="942379" y="7334855"/>
            <a:chExt cx="1303655" cy="70739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379" y="7334855"/>
              <a:ext cx="1256506" cy="18062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4192" y="7523331"/>
              <a:ext cx="651812" cy="36124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1934" y="7884576"/>
              <a:ext cx="196329" cy="157063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358591" y="904811"/>
            <a:ext cx="4194175" cy="7715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900" spc="155">
                <a:solidFill>
                  <a:srgbClr val="1A3662"/>
                </a:solidFill>
              </a:rPr>
              <a:t>Imoge</a:t>
            </a:r>
            <a:r>
              <a:rPr dirty="0" sz="4900" spc="45">
                <a:solidFill>
                  <a:srgbClr val="1A3662"/>
                </a:solidFill>
              </a:rPr>
              <a:t> </a:t>
            </a:r>
            <a:r>
              <a:rPr dirty="0" sz="4900" spc="-130">
                <a:solidFill>
                  <a:srgbClr val="16345D"/>
                </a:solidFill>
              </a:rPr>
              <a:t>Sources</a:t>
            </a:r>
            <a:endParaRPr sz="4900"/>
          </a:p>
        </p:txBody>
      </p:sp>
      <p:sp>
        <p:nvSpPr>
          <p:cNvPr id="14" name="object 14" descr=""/>
          <p:cNvSpPr txBox="1"/>
          <p:nvPr/>
        </p:nvSpPr>
        <p:spPr>
          <a:xfrm>
            <a:off x="2726974" y="3218877"/>
            <a:ext cx="16418560" cy="231203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865"/>
              </a:spcBef>
            </a:pPr>
            <a:r>
              <a:rPr dirty="0" sz="1550">
                <a:solidFill>
                  <a:srgbClr val="464646"/>
                </a:solidFill>
                <a:latin typeface="Arial MT"/>
                <a:cs typeface="Arial MT"/>
              </a:rPr>
              <a:t>https://imoges.seekbgo.com/Iogo-png/61/)/apache-spark—bgo-png_seekIogo-</a:t>
            </a:r>
            <a:r>
              <a:rPr dirty="0" sz="1550" spc="-10">
                <a:solidFill>
                  <a:srgbClr val="464646"/>
                </a:solidFill>
                <a:latin typeface="Arial MT"/>
                <a:cs typeface="Arial MT"/>
              </a:rPr>
              <a:t>6)6735.png</a:t>
            </a:r>
            <a:endParaRPr sz="15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045"/>
              </a:spcBef>
            </a:pPr>
            <a:r>
              <a:rPr dirty="0" sz="2050" spc="-114">
                <a:solidFill>
                  <a:srgbClr val="494949"/>
                </a:solidFill>
                <a:latin typeface="Arial MT"/>
                <a:cs typeface="Arial MT"/>
              </a:rPr>
              <a:t>Source:</a:t>
            </a:r>
            <a:r>
              <a:rPr dirty="0" sz="20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675DC6"/>
                </a:solidFill>
                <a:latin typeface="Arial MT"/>
                <a:cs typeface="Arial MT"/>
              </a:rPr>
              <a:t>seeklogo.com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2050">
              <a:latin typeface="Arial MT"/>
              <a:cs typeface="Arial MT"/>
            </a:endParaRPr>
          </a:p>
          <a:p>
            <a:pPr marL="12700" marR="5080" indent="2540">
              <a:lnSpc>
                <a:spcPct val="112400"/>
              </a:lnSpc>
            </a:pPr>
            <a:r>
              <a:rPr dirty="0" sz="1650" spc="-50">
                <a:solidFill>
                  <a:srgbClr val="3D3D3D"/>
                </a:solidFill>
                <a:latin typeface="Arial MT"/>
                <a:cs typeface="Arial MT"/>
              </a:rPr>
              <a:t>https://medÓ.istockphoto.com/id/221ó0)0815/vector/centroIized-</a:t>
            </a:r>
            <a:r>
              <a:rPr dirty="0" sz="1650" spc="-40">
                <a:solidFill>
                  <a:srgbClr val="3D3D3D"/>
                </a:solidFill>
                <a:latin typeface="Arial MT"/>
                <a:cs typeface="Arial MT"/>
              </a:rPr>
              <a:t>bgisfics-</a:t>
            </a:r>
            <a:r>
              <a:rPr dirty="0" sz="1650" spc="-60">
                <a:solidFill>
                  <a:srgbClr val="3D3D3D"/>
                </a:solidFill>
                <a:latin typeface="Arial MT"/>
                <a:cs typeface="Arial MT"/>
              </a:rPr>
              <a:t>and—</a:t>
            </a:r>
            <a:r>
              <a:rPr dirty="0" sz="1650" spc="-45">
                <a:solidFill>
                  <a:srgbClr val="3D3D3D"/>
                </a:solidFill>
                <a:latin typeface="Arial MT"/>
                <a:cs typeface="Arial MT"/>
              </a:rPr>
              <a:t>distribufion—</a:t>
            </a:r>
            <a:r>
              <a:rPr dirty="0" sz="1650" spc="-60">
                <a:solidFill>
                  <a:srgbClr val="3D3D3D"/>
                </a:solidFill>
                <a:latin typeface="Arial MT"/>
                <a:cs typeface="Arial MT"/>
              </a:rPr>
              <a:t>hub—</a:t>
            </a:r>
            <a:r>
              <a:rPr dirty="0" sz="1650" spc="-45">
                <a:solidFill>
                  <a:srgbClr val="3D3D3D"/>
                </a:solidFill>
                <a:latin typeface="Arial MT"/>
                <a:cs typeface="Arial MT"/>
              </a:rPr>
              <a:t>isometric-</a:t>
            </a:r>
            <a:r>
              <a:rPr dirty="0" sz="1650" spc="-50">
                <a:solidFill>
                  <a:srgbClr val="3D3D3D"/>
                </a:solidFill>
                <a:latin typeface="Arial MT"/>
                <a:cs typeface="Arial MT"/>
              </a:rPr>
              <a:t>iIIustration.jpg?s=ó12xó12&amp;w=0&amp;k=20&amp;c=NJqTtLVuqzNTcoxZ_GV-</a:t>
            </a:r>
            <a:r>
              <a:rPr dirty="0" sz="1650" spc="-10">
                <a:solidFill>
                  <a:srgbClr val="3D3D3D"/>
                </a:solidFill>
                <a:latin typeface="Arial MT"/>
                <a:cs typeface="Arial MT"/>
              </a:rPr>
              <a:t>NcgbXwy </a:t>
            </a:r>
            <a:r>
              <a:rPr dirty="0" sz="1650" spc="-10">
                <a:solidFill>
                  <a:srgbClr val="444444"/>
                </a:solidFill>
                <a:latin typeface="Arial MT"/>
                <a:cs typeface="Arial MT"/>
              </a:rPr>
              <a:t>3yyDcMqQqsjN1Cw=</a:t>
            </a:r>
            <a:endParaRPr sz="16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894"/>
              </a:spcBef>
            </a:pPr>
            <a:r>
              <a:rPr dirty="0" sz="2050" spc="-105">
                <a:solidFill>
                  <a:srgbClr val="4B4B4B"/>
                </a:solidFill>
                <a:latin typeface="Arial MT"/>
                <a:cs typeface="Arial MT"/>
              </a:rPr>
              <a:t>Source:</a:t>
            </a:r>
            <a:r>
              <a:rPr dirty="0" sz="2050" spc="-1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544BBA"/>
                </a:solidFill>
                <a:latin typeface="Arial MT"/>
                <a:cs typeface="Arial MT"/>
                <a:hlinkClick r:id="rId8"/>
              </a:rPr>
              <a:t>www.istockphoto.com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16897" y="5923514"/>
            <a:ext cx="1399540" cy="142684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76860">
              <a:lnSpc>
                <a:spcPct val="100000"/>
              </a:lnSpc>
              <a:spcBef>
                <a:spcPts val="1180"/>
              </a:spcBef>
            </a:pPr>
            <a:r>
              <a:rPr dirty="0" sz="2450" spc="-10">
                <a:solidFill>
                  <a:srgbClr val="424242"/>
                </a:solidFill>
                <a:latin typeface="Arial MT"/>
                <a:cs typeface="Arial MT"/>
              </a:rPr>
              <a:t>T</a:t>
            </a:r>
            <a:r>
              <a:rPr dirty="0" sz="1650" spc="-10">
                <a:solidFill>
                  <a:srgbClr val="424242"/>
                </a:solidFill>
                <a:latin typeface="Arial MT"/>
                <a:cs typeface="Arial MT"/>
              </a:rPr>
              <a:t>humbnail</a:t>
            </a:r>
            <a:endParaRPr sz="1650">
              <a:latin typeface="Arial MT"/>
              <a:cs typeface="Arial MT"/>
            </a:endParaRPr>
          </a:p>
          <a:p>
            <a:pPr marL="30480">
              <a:lnSpc>
                <a:spcPct val="100000"/>
              </a:lnSpc>
              <a:spcBef>
                <a:spcPts val="919"/>
              </a:spcBef>
            </a:pPr>
            <a:r>
              <a:rPr dirty="0" sz="2050" spc="-25">
                <a:solidFill>
                  <a:srgbClr val="444444"/>
                </a:solidFill>
                <a:latin typeface="Arial MT"/>
                <a:cs typeface="Arial MT"/>
              </a:rPr>
              <a:t>for</a:t>
            </a: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1198880" algn="l"/>
              </a:tabLst>
            </a:pPr>
            <a:r>
              <a:rPr dirty="0" sz="2550" spc="-1260">
                <a:solidFill>
                  <a:srgbClr val="424242"/>
                </a:solidFill>
                <a:latin typeface="Arial MT"/>
                <a:cs typeface="Arial MT"/>
              </a:rPr>
              <a:t>c</a:t>
            </a:r>
            <a:r>
              <a:rPr dirty="0" sz="2550" spc="-100">
                <a:solidFill>
                  <a:srgbClr val="414141"/>
                </a:solidFill>
                <a:latin typeface="Arial MT"/>
                <a:cs typeface="Arial MT"/>
              </a:rPr>
              <a:t>n</a:t>
            </a:r>
            <a:r>
              <a:rPr dirty="0" sz="2550" spc="-1400">
                <a:solidFill>
                  <a:srgbClr val="424242"/>
                </a:solidFill>
                <a:latin typeface="Arial MT"/>
                <a:cs typeface="Arial MT"/>
              </a:rPr>
              <a:t>o</a:t>
            </a:r>
            <a:r>
              <a:rPr dirty="0" sz="2550" spc="-40">
                <a:solidFill>
                  <a:srgbClr val="414141"/>
                </a:solidFill>
                <a:latin typeface="Arial MT"/>
                <a:cs typeface="Arial MT"/>
              </a:rPr>
              <a:t>e</a:t>
            </a:r>
            <a:r>
              <a:rPr dirty="0" sz="2550" spc="-1235">
                <a:solidFill>
                  <a:srgbClr val="414141"/>
                </a:solidFill>
                <a:latin typeface="Arial MT"/>
                <a:cs typeface="Arial MT"/>
              </a:rPr>
              <a:t>x</a:t>
            </a:r>
            <a:r>
              <a:rPr dirty="0" sz="2550" spc="-30">
                <a:solidFill>
                  <a:srgbClr val="424242"/>
                </a:solidFill>
                <a:latin typeface="Arial MT"/>
                <a:cs typeface="Arial MT"/>
              </a:rPr>
              <a:t>l</a:t>
            </a:r>
            <a:r>
              <a:rPr dirty="0" sz="2550" spc="-13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414141"/>
                </a:solidFill>
                <a:latin typeface="Arial MT"/>
                <a:cs typeface="Arial MT"/>
              </a:rPr>
              <a:t>oco</a:t>
            </a:r>
            <a:r>
              <a:rPr dirty="0" sz="2550">
                <a:solidFill>
                  <a:srgbClr val="414141"/>
                </a:solidFill>
                <a:latin typeface="Arial MT"/>
                <a:cs typeface="Arial MT"/>
              </a:rPr>
              <a:t>	</a:t>
            </a:r>
            <a:r>
              <a:rPr dirty="0" sz="2550" spc="5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29739" y="5942165"/>
            <a:ext cx="9351010" cy="86931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solidFill>
                  <a:srgbClr val="414141"/>
                </a:solidFill>
                <a:latin typeface="Arial MT"/>
                <a:cs typeface="Arial MT"/>
              </a:rPr>
              <a:t>https://nexocode.com/cdn-</a:t>
            </a:r>
            <a:r>
              <a:rPr dirty="0" sz="1650" spc="-10">
                <a:solidFill>
                  <a:srgbClr val="414141"/>
                </a:solidFill>
                <a:latin typeface="Arial MT"/>
                <a:cs typeface="Arial MT"/>
              </a:rPr>
              <a:t>cgi/image/width=600,quoIity=75/images/apache_spark_ecosystem.webp</a:t>
            </a:r>
            <a:endParaRPr sz="1650">
              <a:latin typeface="Arial MT"/>
              <a:cs typeface="Arial MT"/>
            </a:endParaRPr>
          </a:p>
          <a:p>
            <a:pPr marL="22225">
              <a:lnSpc>
                <a:spcPct val="100000"/>
              </a:lnSpc>
              <a:spcBef>
                <a:spcPts val="1205"/>
              </a:spcBef>
            </a:pPr>
            <a:r>
              <a:rPr dirty="0" sz="2050" spc="-114">
                <a:solidFill>
                  <a:srgbClr val="444444"/>
                </a:solidFill>
                <a:latin typeface="Arial MT"/>
                <a:cs typeface="Arial MT"/>
              </a:rPr>
              <a:t>Source:</a:t>
            </a:r>
            <a:r>
              <a:rPr dirty="0" sz="205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4946B1"/>
                </a:solidFill>
                <a:latin typeface="Arial MT"/>
                <a:cs typeface="Arial MT"/>
              </a:rPr>
              <a:t>nexocode.com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30818" y="7254617"/>
            <a:ext cx="9686925" cy="77851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>
                <a:solidFill>
                  <a:srgbClr val="3B3B3B"/>
                </a:solidFill>
                <a:latin typeface="Arial MT"/>
                <a:cs typeface="Arial MT"/>
              </a:rPr>
              <a:t>https://krjnvanroojen.nI/assets/grophics/2025-04-20-beat-spark-cIuster-</a:t>
            </a:r>
            <a:r>
              <a:rPr dirty="0" sz="1550" spc="-10">
                <a:solidFill>
                  <a:srgbClr val="3B3B3B"/>
                </a:solidFill>
                <a:latin typeface="Arial MT"/>
                <a:cs typeface="Arial MT"/>
              </a:rPr>
              <a:t>devcontainer/design.drowio.png</a:t>
            </a:r>
            <a:endParaRPr sz="1550">
              <a:latin typeface="Arial MT"/>
              <a:cs typeface="Arial MT"/>
            </a:endParaRPr>
          </a:p>
          <a:p>
            <a:pPr marL="22225">
              <a:lnSpc>
                <a:spcPct val="100000"/>
              </a:lnSpc>
              <a:spcBef>
                <a:spcPts val="1005"/>
              </a:spcBef>
            </a:pPr>
            <a:r>
              <a:rPr dirty="0" sz="1900" spc="-25">
                <a:solidFill>
                  <a:srgbClr val="3D3D3D"/>
                </a:solidFill>
                <a:latin typeface="Arial MT"/>
                <a:cs typeface="Arial MT"/>
              </a:rPr>
              <a:t>Source:</a:t>
            </a:r>
            <a:r>
              <a:rPr dirty="0" sz="1900" spc="-8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D52D3"/>
                </a:solidFill>
                <a:latin typeface="Arial MT"/>
                <a:cs typeface="Arial MT"/>
              </a:rPr>
              <a:t>krjnvanrooijen.nI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30818" y="8539395"/>
            <a:ext cx="5948045" cy="77724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550" spc="-10">
                <a:solidFill>
                  <a:srgbClr val="414141"/>
                </a:solidFill>
                <a:latin typeface="Arial MT"/>
                <a:cs typeface="Arial MT"/>
              </a:rPr>
              <a:t>https://spark.apache.org/docs/lotest/img/AIIJobsPageDetoiI3.png</a:t>
            </a:r>
            <a:endParaRPr sz="155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915"/>
              </a:spcBef>
            </a:pPr>
            <a:r>
              <a:rPr dirty="0" sz="2050" spc="-114">
                <a:solidFill>
                  <a:srgbClr val="464646"/>
                </a:solidFill>
                <a:latin typeface="Arial MT"/>
                <a:cs typeface="Arial MT"/>
              </a:rPr>
              <a:t>Source:</a:t>
            </a:r>
            <a:r>
              <a:rPr dirty="0" sz="205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5D52C6"/>
                </a:solidFill>
                <a:latin typeface="Arial MT"/>
                <a:cs typeface="Arial MT"/>
              </a:rPr>
              <a:t>spark.apache.org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21372" y="8976555"/>
            <a:ext cx="131889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76250" algn="l"/>
                <a:tab pos="1212850" algn="l"/>
              </a:tabLst>
            </a:pPr>
            <a:r>
              <a:rPr dirty="0" sz="2050" spc="-50">
                <a:solidFill>
                  <a:srgbClr val="A1A1A1"/>
                </a:solidFill>
                <a:latin typeface="Arial MT"/>
                <a:cs typeface="Arial MT"/>
              </a:rPr>
              <a:t>-</a:t>
            </a:r>
            <a:r>
              <a:rPr dirty="0" sz="2050">
                <a:solidFill>
                  <a:srgbClr val="A1A1A1"/>
                </a:solidFill>
                <a:latin typeface="Arial MT"/>
                <a:cs typeface="Arial MT"/>
              </a:rPr>
              <a:t>	</a:t>
            </a:r>
            <a:r>
              <a:rPr dirty="0" sz="2050" spc="-1050">
                <a:solidFill>
                  <a:srgbClr val="858585"/>
                </a:solidFill>
                <a:latin typeface="Arial MT"/>
                <a:cs typeface="Arial MT"/>
              </a:rPr>
              <a:t>—</a:t>
            </a:r>
            <a:r>
              <a:rPr dirty="0" sz="2050" spc="315">
                <a:solidFill>
                  <a:srgbClr val="858585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8A8A8A"/>
                </a:solidFill>
                <a:latin typeface="Arial MT"/>
                <a:cs typeface="Arial MT"/>
              </a:rPr>
              <a:t>-</a:t>
            </a:r>
            <a:r>
              <a:rPr dirty="0" sz="2050" spc="60">
                <a:solidFill>
                  <a:srgbClr val="8A8A8A"/>
                </a:solidFill>
                <a:latin typeface="Arial MT"/>
                <a:cs typeface="Arial MT"/>
              </a:rPr>
              <a:t>—</a:t>
            </a:r>
            <a:r>
              <a:rPr dirty="0" sz="2050">
                <a:solidFill>
                  <a:srgbClr val="8A8A8A"/>
                </a:solidFill>
                <a:latin typeface="Arial MT"/>
                <a:cs typeface="Arial MT"/>
              </a:rPr>
              <a:t>	</a:t>
            </a:r>
            <a:r>
              <a:rPr dirty="0" sz="2050" spc="-50">
                <a:solidFill>
                  <a:srgbClr val="939393"/>
                </a:solidFill>
                <a:latin typeface="Arial MT"/>
                <a:cs typeface="Arial MT"/>
              </a:rPr>
              <a:t>”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44BB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2026-05-27T03:33:06Z</dcterms:created>
  <dcterms:modified xsi:type="dcterms:W3CDTF">2026-05-27T03:33:06Z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2026-05-27T00:00:00Z</vt:filetime>
  </property>
  <property fmtid="{D5CDD505-2E9C-101B-9397-08002B2CF9AE}" pid="3" name="LastSaved">
    <vt:filetime>2026-05-27T00:00:00Z</vt:filetime>
  </property>
</Properties>
</file>